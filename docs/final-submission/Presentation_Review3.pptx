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Override1.xml" ContentType="application/vnd.openxmlformats-officedocument.themeOverr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77" r:id="rId2"/>
    <p:sldId id="259" r:id="rId3"/>
    <p:sldId id="264" r:id="rId4"/>
    <p:sldId id="268" r:id="rId5"/>
    <p:sldId id="279" r:id="rId6"/>
    <p:sldId id="269" r:id="rId7"/>
    <p:sldId id="283" r:id="rId8"/>
    <p:sldId id="270" r:id="rId9"/>
    <p:sldId id="272" r:id="rId10"/>
    <p:sldId id="280" r:id="rId11"/>
    <p:sldId id="282" r:id="rId12"/>
    <p:sldId id="281" r:id="rId13"/>
    <p:sldId id="273" r:id="rId14"/>
    <p:sldId id="284" r:id="rId15"/>
    <p:sldId id="274" r:id="rId16"/>
  </p:sldIdLst>
  <p:sldSz cx="12192000" cy="6858000"/>
  <p:notesSz cx="6858000" cy="9144000"/>
  <p:defaultTex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84" d="100"/>
          <a:sy n="84" d="100"/>
        </p:scale>
        <p:origin x="629" y="101"/>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92DE83D5-64E4-053B-6531-F88C68C510FF}"/>
              </a:ext>
            </a:extLst>
          </p:cNvPr>
          <p:cNvSpPr>
            <a:spLocks noGrp="1"/>
          </p:cNvSpPr>
          <p:nvPr>
            <p:ph type="dt" sz="half" idx="10"/>
          </p:nvPr>
        </p:nvSpPr>
        <p:spPr/>
        <p:txBody>
          <a:bodyPr/>
          <a:lstStyle>
            <a:lvl1pPr>
              <a:defRPr/>
            </a:lvl1pPr>
          </a:lstStyle>
          <a:p>
            <a:pPr>
              <a:defRPr/>
            </a:pPr>
            <a:fld id="{F445C2E9-CCF6-4ED4-A243-522D65203363}" type="datetimeFigureOut">
              <a:rPr lang="en-IN"/>
              <a:pPr>
                <a:defRPr/>
              </a:pPr>
              <a:t>26-09-2026</a:t>
            </a:fld>
            <a:endParaRPr lang="en-IN"/>
          </a:p>
        </p:txBody>
      </p:sp>
      <p:sp>
        <p:nvSpPr>
          <p:cNvPr id="5" name="Footer Placeholder 4">
            <a:extLst>
              <a:ext uri="{FF2B5EF4-FFF2-40B4-BE49-F238E27FC236}">
                <a16:creationId xmlns:a16="http://schemas.microsoft.com/office/drawing/2014/main" id="{E3361984-FC49-4D23-F39B-5597220F2C3E}"/>
              </a:ext>
            </a:extLst>
          </p:cNvPr>
          <p:cNvSpPr>
            <a:spLocks noGrp="1"/>
          </p:cNvSpPr>
          <p:nvPr>
            <p:ph type="ftr" sz="quarter" idx="11"/>
          </p:nvPr>
        </p:nvSpPr>
        <p:spPr/>
        <p:txBody>
          <a:bodyPr/>
          <a:lstStyle>
            <a:lvl1pPr>
              <a:defRPr/>
            </a:lvl1pPr>
          </a:lstStyle>
          <a:p>
            <a:pPr>
              <a:defRPr/>
            </a:pPr>
            <a:endParaRPr lang="en-IN"/>
          </a:p>
        </p:txBody>
      </p:sp>
      <p:sp>
        <p:nvSpPr>
          <p:cNvPr id="6" name="Slide Number Placeholder 5">
            <a:extLst>
              <a:ext uri="{FF2B5EF4-FFF2-40B4-BE49-F238E27FC236}">
                <a16:creationId xmlns:a16="http://schemas.microsoft.com/office/drawing/2014/main" id="{1FB5AA2B-1E10-2150-DE5C-239EB07856F2}"/>
              </a:ext>
            </a:extLst>
          </p:cNvPr>
          <p:cNvSpPr>
            <a:spLocks noGrp="1"/>
          </p:cNvSpPr>
          <p:nvPr>
            <p:ph type="sldNum" sz="quarter" idx="12"/>
          </p:nvPr>
        </p:nvSpPr>
        <p:spPr/>
        <p:txBody>
          <a:bodyPr/>
          <a:lstStyle>
            <a:lvl1pPr>
              <a:defRPr/>
            </a:lvl1pPr>
          </a:lstStyle>
          <a:p>
            <a:pPr>
              <a:defRPr/>
            </a:pPr>
            <a:fld id="{030082B1-D634-4ADA-830F-1128B375DE0E}" type="slidenum">
              <a:rPr lang="en-IN" altLang="en-US"/>
              <a:pPr>
                <a:defRPr/>
              </a:pPr>
              <a:t>‹#›</a:t>
            </a:fld>
            <a:endParaRPr lang="en-IN" altLang="en-US"/>
          </a:p>
        </p:txBody>
      </p:sp>
    </p:spTree>
    <p:extLst>
      <p:ext uri="{BB962C8B-B14F-4D97-AF65-F5344CB8AC3E}">
        <p14:creationId xmlns:p14="http://schemas.microsoft.com/office/powerpoint/2010/main" val="192819312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0B400B99-22CF-2307-D8B4-FDCB1BCF3C93}"/>
              </a:ext>
            </a:extLst>
          </p:cNvPr>
          <p:cNvSpPr>
            <a:spLocks noGrp="1"/>
          </p:cNvSpPr>
          <p:nvPr>
            <p:ph type="dt" sz="half" idx="10"/>
          </p:nvPr>
        </p:nvSpPr>
        <p:spPr/>
        <p:txBody>
          <a:bodyPr/>
          <a:lstStyle>
            <a:lvl1pPr>
              <a:defRPr/>
            </a:lvl1pPr>
          </a:lstStyle>
          <a:p>
            <a:pPr>
              <a:defRPr/>
            </a:pPr>
            <a:fld id="{1AA20A5D-9D50-443B-BD26-9FD3ADBCAF91}" type="datetimeFigureOut">
              <a:rPr lang="en-IN"/>
              <a:pPr>
                <a:defRPr/>
              </a:pPr>
              <a:t>26-09-2026</a:t>
            </a:fld>
            <a:endParaRPr lang="en-IN"/>
          </a:p>
        </p:txBody>
      </p:sp>
      <p:sp>
        <p:nvSpPr>
          <p:cNvPr id="5" name="Footer Placeholder 4">
            <a:extLst>
              <a:ext uri="{FF2B5EF4-FFF2-40B4-BE49-F238E27FC236}">
                <a16:creationId xmlns:a16="http://schemas.microsoft.com/office/drawing/2014/main" id="{B99791F6-E9DA-C947-5131-53706D6EA897}"/>
              </a:ext>
            </a:extLst>
          </p:cNvPr>
          <p:cNvSpPr>
            <a:spLocks noGrp="1"/>
          </p:cNvSpPr>
          <p:nvPr>
            <p:ph type="ftr" sz="quarter" idx="11"/>
          </p:nvPr>
        </p:nvSpPr>
        <p:spPr/>
        <p:txBody>
          <a:bodyPr/>
          <a:lstStyle>
            <a:lvl1pPr>
              <a:defRPr/>
            </a:lvl1pPr>
          </a:lstStyle>
          <a:p>
            <a:pPr>
              <a:defRPr/>
            </a:pPr>
            <a:endParaRPr lang="en-IN"/>
          </a:p>
        </p:txBody>
      </p:sp>
      <p:sp>
        <p:nvSpPr>
          <p:cNvPr id="6" name="Slide Number Placeholder 5">
            <a:extLst>
              <a:ext uri="{FF2B5EF4-FFF2-40B4-BE49-F238E27FC236}">
                <a16:creationId xmlns:a16="http://schemas.microsoft.com/office/drawing/2014/main" id="{F8D98673-1D23-BED8-75AF-22B86B35AF9E}"/>
              </a:ext>
            </a:extLst>
          </p:cNvPr>
          <p:cNvSpPr>
            <a:spLocks noGrp="1"/>
          </p:cNvSpPr>
          <p:nvPr>
            <p:ph type="sldNum" sz="quarter" idx="12"/>
          </p:nvPr>
        </p:nvSpPr>
        <p:spPr/>
        <p:txBody>
          <a:bodyPr/>
          <a:lstStyle>
            <a:lvl1pPr>
              <a:defRPr/>
            </a:lvl1pPr>
          </a:lstStyle>
          <a:p>
            <a:pPr>
              <a:defRPr/>
            </a:pPr>
            <a:fld id="{D6E82732-D935-4158-AED9-E78BF8B5169E}" type="slidenum">
              <a:rPr lang="en-IN" altLang="en-US"/>
              <a:pPr>
                <a:defRPr/>
              </a:pPr>
              <a:t>‹#›</a:t>
            </a:fld>
            <a:endParaRPr lang="en-IN" altLang="en-US"/>
          </a:p>
        </p:txBody>
      </p:sp>
    </p:spTree>
    <p:extLst>
      <p:ext uri="{BB962C8B-B14F-4D97-AF65-F5344CB8AC3E}">
        <p14:creationId xmlns:p14="http://schemas.microsoft.com/office/powerpoint/2010/main" val="86581415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19D56310-8C0D-8504-CDF5-AA16EC121425}"/>
              </a:ext>
            </a:extLst>
          </p:cNvPr>
          <p:cNvSpPr>
            <a:spLocks noGrp="1"/>
          </p:cNvSpPr>
          <p:nvPr>
            <p:ph type="dt" sz="half" idx="10"/>
          </p:nvPr>
        </p:nvSpPr>
        <p:spPr/>
        <p:txBody>
          <a:bodyPr/>
          <a:lstStyle>
            <a:lvl1pPr>
              <a:defRPr/>
            </a:lvl1pPr>
          </a:lstStyle>
          <a:p>
            <a:pPr>
              <a:defRPr/>
            </a:pPr>
            <a:fld id="{61A60ED2-B646-4D0F-BB3E-9729EB9DD4CE}" type="datetimeFigureOut">
              <a:rPr lang="en-IN"/>
              <a:pPr>
                <a:defRPr/>
              </a:pPr>
              <a:t>26-09-2026</a:t>
            </a:fld>
            <a:endParaRPr lang="en-IN"/>
          </a:p>
        </p:txBody>
      </p:sp>
      <p:sp>
        <p:nvSpPr>
          <p:cNvPr id="5" name="Footer Placeholder 4">
            <a:extLst>
              <a:ext uri="{FF2B5EF4-FFF2-40B4-BE49-F238E27FC236}">
                <a16:creationId xmlns:a16="http://schemas.microsoft.com/office/drawing/2014/main" id="{B57800EC-9CE5-A599-5243-6C014C81F30B}"/>
              </a:ext>
            </a:extLst>
          </p:cNvPr>
          <p:cNvSpPr>
            <a:spLocks noGrp="1"/>
          </p:cNvSpPr>
          <p:nvPr>
            <p:ph type="ftr" sz="quarter" idx="11"/>
          </p:nvPr>
        </p:nvSpPr>
        <p:spPr/>
        <p:txBody>
          <a:bodyPr/>
          <a:lstStyle>
            <a:lvl1pPr>
              <a:defRPr/>
            </a:lvl1pPr>
          </a:lstStyle>
          <a:p>
            <a:pPr>
              <a:defRPr/>
            </a:pPr>
            <a:endParaRPr lang="en-IN"/>
          </a:p>
        </p:txBody>
      </p:sp>
      <p:sp>
        <p:nvSpPr>
          <p:cNvPr id="6" name="Slide Number Placeholder 5">
            <a:extLst>
              <a:ext uri="{FF2B5EF4-FFF2-40B4-BE49-F238E27FC236}">
                <a16:creationId xmlns:a16="http://schemas.microsoft.com/office/drawing/2014/main" id="{228086EC-36C7-8189-7057-09FC5EA0E3CA}"/>
              </a:ext>
            </a:extLst>
          </p:cNvPr>
          <p:cNvSpPr>
            <a:spLocks noGrp="1"/>
          </p:cNvSpPr>
          <p:nvPr>
            <p:ph type="sldNum" sz="quarter" idx="12"/>
          </p:nvPr>
        </p:nvSpPr>
        <p:spPr/>
        <p:txBody>
          <a:bodyPr/>
          <a:lstStyle>
            <a:lvl1pPr>
              <a:defRPr/>
            </a:lvl1pPr>
          </a:lstStyle>
          <a:p>
            <a:pPr>
              <a:defRPr/>
            </a:pPr>
            <a:fld id="{5DBE81D9-E306-49A5-AFA6-B0E848C94587}" type="slidenum">
              <a:rPr lang="en-IN" altLang="en-US"/>
              <a:pPr>
                <a:defRPr/>
              </a:pPr>
              <a:t>‹#›</a:t>
            </a:fld>
            <a:endParaRPr lang="en-IN" altLang="en-US"/>
          </a:p>
        </p:txBody>
      </p:sp>
    </p:spTree>
    <p:extLst>
      <p:ext uri="{BB962C8B-B14F-4D97-AF65-F5344CB8AC3E}">
        <p14:creationId xmlns:p14="http://schemas.microsoft.com/office/powerpoint/2010/main" val="69913563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3">
            <a:extLst>
              <a:ext uri="{FF2B5EF4-FFF2-40B4-BE49-F238E27FC236}">
                <a16:creationId xmlns:a16="http://schemas.microsoft.com/office/drawing/2014/main" id="{0123029F-06EF-37A1-F621-5BE61D3C804E}"/>
              </a:ext>
            </a:extLst>
          </p:cNvPr>
          <p:cNvSpPr>
            <a:spLocks noGrp="1"/>
          </p:cNvSpPr>
          <p:nvPr>
            <p:ph type="dt" sz="half" idx="10"/>
          </p:nvPr>
        </p:nvSpPr>
        <p:spPr/>
        <p:txBody>
          <a:bodyPr/>
          <a:lstStyle>
            <a:lvl1pPr>
              <a:defRPr/>
            </a:lvl1pPr>
          </a:lstStyle>
          <a:p>
            <a:pPr>
              <a:defRPr/>
            </a:pPr>
            <a:fld id="{1654BD4A-AEFA-4C31-8249-B2F33E8E719D}" type="datetimeFigureOut">
              <a:rPr lang="en-IN"/>
              <a:pPr>
                <a:defRPr/>
              </a:pPr>
              <a:t>26-09-2026</a:t>
            </a:fld>
            <a:endParaRPr lang="en-IN"/>
          </a:p>
        </p:txBody>
      </p:sp>
      <p:sp>
        <p:nvSpPr>
          <p:cNvPr id="6" name="Footer Placeholder 4">
            <a:extLst>
              <a:ext uri="{FF2B5EF4-FFF2-40B4-BE49-F238E27FC236}">
                <a16:creationId xmlns:a16="http://schemas.microsoft.com/office/drawing/2014/main" id="{464618DA-F795-6F21-1FE1-084AC2D8167D}"/>
              </a:ext>
            </a:extLst>
          </p:cNvPr>
          <p:cNvSpPr>
            <a:spLocks noGrp="1"/>
          </p:cNvSpPr>
          <p:nvPr>
            <p:ph type="ftr" sz="quarter" idx="11"/>
          </p:nvPr>
        </p:nvSpPr>
        <p:spPr/>
        <p:txBody>
          <a:bodyPr/>
          <a:lstStyle>
            <a:lvl1pPr>
              <a:defRPr/>
            </a:lvl1pPr>
          </a:lstStyle>
          <a:p>
            <a:pPr>
              <a:defRPr/>
            </a:pPr>
            <a:endParaRPr lang="en-IN"/>
          </a:p>
        </p:txBody>
      </p:sp>
      <p:sp>
        <p:nvSpPr>
          <p:cNvPr id="7" name="Slide Number Placeholder 5">
            <a:extLst>
              <a:ext uri="{FF2B5EF4-FFF2-40B4-BE49-F238E27FC236}">
                <a16:creationId xmlns:a16="http://schemas.microsoft.com/office/drawing/2014/main" id="{B577EAFB-4336-24D2-48BF-76668048B2DE}"/>
              </a:ext>
            </a:extLst>
          </p:cNvPr>
          <p:cNvSpPr>
            <a:spLocks noGrp="1"/>
          </p:cNvSpPr>
          <p:nvPr>
            <p:ph type="sldNum" sz="quarter" idx="12"/>
          </p:nvPr>
        </p:nvSpPr>
        <p:spPr/>
        <p:txBody>
          <a:bodyPr/>
          <a:lstStyle>
            <a:lvl1pPr>
              <a:defRPr/>
            </a:lvl1pPr>
          </a:lstStyle>
          <a:p>
            <a:pPr>
              <a:defRPr/>
            </a:pPr>
            <a:fld id="{4B02CC50-F745-4C6F-BFBA-059B84962B54}" type="slidenum">
              <a:rPr lang="en-IN" altLang="en-US"/>
              <a:pPr>
                <a:defRPr/>
              </a:pPr>
              <a:t>‹#›</a:t>
            </a:fld>
            <a:endParaRPr lang="en-IN" altLang="en-US"/>
          </a:p>
        </p:txBody>
      </p:sp>
    </p:spTree>
    <p:extLst>
      <p:ext uri="{BB962C8B-B14F-4D97-AF65-F5344CB8AC3E}">
        <p14:creationId xmlns:p14="http://schemas.microsoft.com/office/powerpoint/2010/main" val="208572802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3">
            <a:extLst>
              <a:ext uri="{FF2B5EF4-FFF2-40B4-BE49-F238E27FC236}">
                <a16:creationId xmlns:a16="http://schemas.microsoft.com/office/drawing/2014/main" id="{5325337C-39C3-FBA4-705B-1EF6A97A91D1}"/>
              </a:ext>
            </a:extLst>
          </p:cNvPr>
          <p:cNvSpPr>
            <a:spLocks noGrp="1"/>
          </p:cNvSpPr>
          <p:nvPr>
            <p:ph type="dt" sz="half" idx="10"/>
          </p:nvPr>
        </p:nvSpPr>
        <p:spPr/>
        <p:txBody>
          <a:bodyPr/>
          <a:lstStyle>
            <a:lvl1pPr>
              <a:defRPr/>
            </a:lvl1pPr>
          </a:lstStyle>
          <a:p>
            <a:pPr>
              <a:defRPr/>
            </a:pPr>
            <a:fld id="{C0912251-8059-44A8-80AB-3A060FEA9BB2}" type="datetimeFigureOut">
              <a:rPr lang="en-IN"/>
              <a:pPr>
                <a:defRPr/>
              </a:pPr>
              <a:t>26-09-2026</a:t>
            </a:fld>
            <a:endParaRPr lang="en-IN"/>
          </a:p>
        </p:txBody>
      </p:sp>
      <p:sp>
        <p:nvSpPr>
          <p:cNvPr id="8" name="Footer Placeholder 4">
            <a:extLst>
              <a:ext uri="{FF2B5EF4-FFF2-40B4-BE49-F238E27FC236}">
                <a16:creationId xmlns:a16="http://schemas.microsoft.com/office/drawing/2014/main" id="{F036BC49-A330-F61D-DC84-4D1DD8419006}"/>
              </a:ext>
            </a:extLst>
          </p:cNvPr>
          <p:cNvSpPr>
            <a:spLocks noGrp="1"/>
          </p:cNvSpPr>
          <p:nvPr>
            <p:ph type="ftr" sz="quarter" idx="11"/>
          </p:nvPr>
        </p:nvSpPr>
        <p:spPr/>
        <p:txBody>
          <a:bodyPr/>
          <a:lstStyle>
            <a:lvl1pPr>
              <a:defRPr/>
            </a:lvl1pPr>
          </a:lstStyle>
          <a:p>
            <a:pPr>
              <a:defRPr/>
            </a:pPr>
            <a:endParaRPr lang="en-IN"/>
          </a:p>
        </p:txBody>
      </p:sp>
      <p:sp>
        <p:nvSpPr>
          <p:cNvPr id="9" name="Slide Number Placeholder 5">
            <a:extLst>
              <a:ext uri="{FF2B5EF4-FFF2-40B4-BE49-F238E27FC236}">
                <a16:creationId xmlns:a16="http://schemas.microsoft.com/office/drawing/2014/main" id="{58F9C4B8-A34B-ED7C-8573-1A6CEF7384FF}"/>
              </a:ext>
            </a:extLst>
          </p:cNvPr>
          <p:cNvSpPr>
            <a:spLocks noGrp="1"/>
          </p:cNvSpPr>
          <p:nvPr>
            <p:ph type="sldNum" sz="quarter" idx="12"/>
          </p:nvPr>
        </p:nvSpPr>
        <p:spPr/>
        <p:txBody>
          <a:bodyPr/>
          <a:lstStyle>
            <a:lvl1pPr>
              <a:defRPr/>
            </a:lvl1pPr>
          </a:lstStyle>
          <a:p>
            <a:pPr>
              <a:defRPr/>
            </a:pPr>
            <a:fld id="{6623516E-22BE-4A7E-B55D-1F2786DA9838}" type="slidenum">
              <a:rPr lang="en-IN" altLang="en-US"/>
              <a:pPr>
                <a:defRPr/>
              </a:pPr>
              <a:t>‹#›</a:t>
            </a:fld>
            <a:endParaRPr lang="en-IN" altLang="en-US"/>
          </a:p>
        </p:txBody>
      </p:sp>
    </p:spTree>
    <p:extLst>
      <p:ext uri="{BB962C8B-B14F-4D97-AF65-F5344CB8AC3E}">
        <p14:creationId xmlns:p14="http://schemas.microsoft.com/office/powerpoint/2010/main" val="86893224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Date Placeholder 3">
            <a:extLst>
              <a:ext uri="{FF2B5EF4-FFF2-40B4-BE49-F238E27FC236}">
                <a16:creationId xmlns:a16="http://schemas.microsoft.com/office/drawing/2014/main" id="{8F179CBC-BDC7-0C0C-836B-245D366AB621}"/>
              </a:ext>
            </a:extLst>
          </p:cNvPr>
          <p:cNvSpPr>
            <a:spLocks noGrp="1"/>
          </p:cNvSpPr>
          <p:nvPr>
            <p:ph type="dt" sz="half" idx="10"/>
          </p:nvPr>
        </p:nvSpPr>
        <p:spPr/>
        <p:txBody>
          <a:bodyPr/>
          <a:lstStyle>
            <a:lvl1pPr>
              <a:defRPr/>
            </a:lvl1pPr>
          </a:lstStyle>
          <a:p>
            <a:pPr>
              <a:defRPr/>
            </a:pPr>
            <a:fld id="{D62E541F-6DE7-48AB-83F1-C5E7AABF850D}" type="datetimeFigureOut">
              <a:rPr lang="en-IN"/>
              <a:pPr>
                <a:defRPr/>
              </a:pPr>
              <a:t>26-09-2026</a:t>
            </a:fld>
            <a:endParaRPr lang="en-IN"/>
          </a:p>
        </p:txBody>
      </p:sp>
      <p:sp>
        <p:nvSpPr>
          <p:cNvPr id="4" name="Footer Placeholder 4">
            <a:extLst>
              <a:ext uri="{FF2B5EF4-FFF2-40B4-BE49-F238E27FC236}">
                <a16:creationId xmlns:a16="http://schemas.microsoft.com/office/drawing/2014/main" id="{8D280BB0-F74C-30F3-AD27-34016376F332}"/>
              </a:ext>
            </a:extLst>
          </p:cNvPr>
          <p:cNvSpPr>
            <a:spLocks noGrp="1"/>
          </p:cNvSpPr>
          <p:nvPr>
            <p:ph type="ftr" sz="quarter" idx="11"/>
          </p:nvPr>
        </p:nvSpPr>
        <p:spPr/>
        <p:txBody>
          <a:bodyPr/>
          <a:lstStyle>
            <a:lvl1pPr>
              <a:defRPr/>
            </a:lvl1pPr>
          </a:lstStyle>
          <a:p>
            <a:pPr>
              <a:defRPr/>
            </a:pPr>
            <a:endParaRPr lang="en-IN"/>
          </a:p>
        </p:txBody>
      </p:sp>
      <p:sp>
        <p:nvSpPr>
          <p:cNvPr id="5" name="Slide Number Placeholder 5">
            <a:extLst>
              <a:ext uri="{FF2B5EF4-FFF2-40B4-BE49-F238E27FC236}">
                <a16:creationId xmlns:a16="http://schemas.microsoft.com/office/drawing/2014/main" id="{768B9593-665E-861A-8922-3A6C4FD3C800}"/>
              </a:ext>
            </a:extLst>
          </p:cNvPr>
          <p:cNvSpPr>
            <a:spLocks noGrp="1"/>
          </p:cNvSpPr>
          <p:nvPr>
            <p:ph type="sldNum" sz="quarter" idx="12"/>
          </p:nvPr>
        </p:nvSpPr>
        <p:spPr/>
        <p:txBody>
          <a:bodyPr/>
          <a:lstStyle>
            <a:lvl1pPr>
              <a:defRPr/>
            </a:lvl1pPr>
          </a:lstStyle>
          <a:p>
            <a:pPr>
              <a:defRPr/>
            </a:pPr>
            <a:fld id="{98DAE65D-94A5-462B-BF2A-B8902C7BC508}" type="slidenum">
              <a:rPr lang="en-IN" altLang="en-US"/>
              <a:pPr>
                <a:defRPr/>
              </a:pPr>
              <a:t>‹#›</a:t>
            </a:fld>
            <a:endParaRPr lang="en-IN" altLang="en-US"/>
          </a:p>
        </p:txBody>
      </p:sp>
    </p:spTree>
    <p:extLst>
      <p:ext uri="{BB962C8B-B14F-4D97-AF65-F5344CB8AC3E}">
        <p14:creationId xmlns:p14="http://schemas.microsoft.com/office/powerpoint/2010/main" val="22380622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a:extLst>
              <a:ext uri="{FF2B5EF4-FFF2-40B4-BE49-F238E27FC236}">
                <a16:creationId xmlns:a16="http://schemas.microsoft.com/office/drawing/2014/main" id="{0ED29B30-2FCA-96CA-5E1F-329AC60F2DE4}"/>
              </a:ext>
            </a:extLst>
          </p:cNvPr>
          <p:cNvSpPr>
            <a:spLocks noGrp="1"/>
          </p:cNvSpPr>
          <p:nvPr>
            <p:ph type="dt" sz="half" idx="10"/>
          </p:nvPr>
        </p:nvSpPr>
        <p:spPr/>
        <p:txBody>
          <a:bodyPr/>
          <a:lstStyle>
            <a:lvl1pPr>
              <a:defRPr/>
            </a:lvl1pPr>
          </a:lstStyle>
          <a:p>
            <a:pPr>
              <a:defRPr/>
            </a:pPr>
            <a:fld id="{CBB8DBC9-C4C4-4630-901A-54AB4A6EF89B}" type="datetimeFigureOut">
              <a:rPr lang="en-IN"/>
              <a:pPr>
                <a:defRPr/>
              </a:pPr>
              <a:t>26-09-2026</a:t>
            </a:fld>
            <a:endParaRPr lang="en-IN"/>
          </a:p>
        </p:txBody>
      </p:sp>
      <p:sp>
        <p:nvSpPr>
          <p:cNvPr id="3" name="Footer Placeholder 4">
            <a:extLst>
              <a:ext uri="{FF2B5EF4-FFF2-40B4-BE49-F238E27FC236}">
                <a16:creationId xmlns:a16="http://schemas.microsoft.com/office/drawing/2014/main" id="{4CA5AFB1-E6A3-CC6F-F690-A09AEC81BD22}"/>
              </a:ext>
            </a:extLst>
          </p:cNvPr>
          <p:cNvSpPr>
            <a:spLocks noGrp="1"/>
          </p:cNvSpPr>
          <p:nvPr>
            <p:ph type="ftr" sz="quarter" idx="11"/>
          </p:nvPr>
        </p:nvSpPr>
        <p:spPr/>
        <p:txBody>
          <a:bodyPr/>
          <a:lstStyle>
            <a:lvl1pPr>
              <a:defRPr/>
            </a:lvl1pPr>
          </a:lstStyle>
          <a:p>
            <a:pPr>
              <a:defRPr/>
            </a:pPr>
            <a:endParaRPr lang="en-IN"/>
          </a:p>
        </p:txBody>
      </p:sp>
      <p:sp>
        <p:nvSpPr>
          <p:cNvPr id="4" name="Slide Number Placeholder 5">
            <a:extLst>
              <a:ext uri="{FF2B5EF4-FFF2-40B4-BE49-F238E27FC236}">
                <a16:creationId xmlns:a16="http://schemas.microsoft.com/office/drawing/2014/main" id="{436C9A49-E3EC-05AD-BBA5-E7A26AD9D3A7}"/>
              </a:ext>
            </a:extLst>
          </p:cNvPr>
          <p:cNvSpPr>
            <a:spLocks noGrp="1"/>
          </p:cNvSpPr>
          <p:nvPr>
            <p:ph type="sldNum" sz="quarter" idx="12"/>
          </p:nvPr>
        </p:nvSpPr>
        <p:spPr/>
        <p:txBody>
          <a:bodyPr/>
          <a:lstStyle>
            <a:lvl1pPr>
              <a:defRPr/>
            </a:lvl1pPr>
          </a:lstStyle>
          <a:p>
            <a:pPr>
              <a:defRPr/>
            </a:pPr>
            <a:fld id="{5C11FA83-7D33-4E60-9F81-1478D1C54DDD}" type="slidenum">
              <a:rPr lang="en-IN" altLang="en-US"/>
              <a:pPr>
                <a:defRPr/>
              </a:pPr>
              <a:t>‹#›</a:t>
            </a:fld>
            <a:endParaRPr lang="en-IN" altLang="en-US"/>
          </a:p>
        </p:txBody>
      </p:sp>
    </p:spTree>
    <p:extLst>
      <p:ext uri="{BB962C8B-B14F-4D97-AF65-F5344CB8AC3E}">
        <p14:creationId xmlns:p14="http://schemas.microsoft.com/office/powerpoint/2010/main" val="171373228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3">
            <a:extLst>
              <a:ext uri="{FF2B5EF4-FFF2-40B4-BE49-F238E27FC236}">
                <a16:creationId xmlns:a16="http://schemas.microsoft.com/office/drawing/2014/main" id="{9777B907-F74C-4C6F-E2C9-15089340138C}"/>
              </a:ext>
            </a:extLst>
          </p:cNvPr>
          <p:cNvSpPr>
            <a:spLocks noGrp="1"/>
          </p:cNvSpPr>
          <p:nvPr>
            <p:ph type="dt" sz="half" idx="10"/>
          </p:nvPr>
        </p:nvSpPr>
        <p:spPr/>
        <p:txBody>
          <a:bodyPr/>
          <a:lstStyle>
            <a:lvl1pPr>
              <a:defRPr/>
            </a:lvl1pPr>
          </a:lstStyle>
          <a:p>
            <a:pPr>
              <a:defRPr/>
            </a:pPr>
            <a:fld id="{D32D6AF2-9DA6-4BB3-B222-7744C7F621A1}" type="datetimeFigureOut">
              <a:rPr lang="en-IN"/>
              <a:pPr>
                <a:defRPr/>
              </a:pPr>
              <a:t>26-09-2026</a:t>
            </a:fld>
            <a:endParaRPr lang="en-IN"/>
          </a:p>
        </p:txBody>
      </p:sp>
      <p:sp>
        <p:nvSpPr>
          <p:cNvPr id="6" name="Footer Placeholder 4">
            <a:extLst>
              <a:ext uri="{FF2B5EF4-FFF2-40B4-BE49-F238E27FC236}">
                <a16:creationId xmlns:a16="http://schemas.microsoft.com/office/drawing/2014/main" id="{C6C2B876-0225-89F5-EED6-C5FC98A4E215}"/>
              </a:ext>
            </a:extLst>
          </p:cNvPr>
          <p:cNvSpPr>
            <a:spLocks noGrp="1"/>
          </p:cNvSpPr>
          <p:nvPr>
            <p:ph type="ftr" sz="quarter" idx="11"/>
          </p:nvPr>
        </p:nvSpPr>
        <p:spPr/>
        <p:txBody>
          <a:bodyPr/>
          <a:lstStyle>
            <a:lvl1pPr>
              <a:defRPr/>
            </a:lvl1pPr>
          </a:lstStyle>
          <a:p>
            <a:pPr>
              <a:defRPr/>
            </a:pPr>
            <a:endParaRPr lang="en-IN"/>
          </a:p>
        </p:txBody>
      </p:sp>
      <p:sp>
        <p:nvSpPr>
          <p:cNvPr id="7" name="Slide Number Placeholder 5">
            <a:extLst>
              <a:ext uri="{FF2B5EF4-FFF2-40B4-BE49-F238E27FC236}">
                <a16:creationId xmlns:a16="http://schemas.microsoft.com/office/drawing/2014/main" id="{E1D63810-01B1-2265-137B-0B4A7F94DD4D}"/>
              </a:ext>
            </a:extLst>
          </p:cNvPr>
          <p:cNvSpPr>
            <a:spLocks noGrp="1"/>
          </p:cNvSpPr>
          <p:nvPr>
            <p:ph type="sldNum" sz="quarter" idx="12"/>
          </p:nvPr>
        </p:nvSpPr>
        <p:spPr/>
        <p:txBody>
          <a:bodyPr/>
          <a:lstStyle>
            <a:lvl1pPr>
              <a:defRPr/>
            </a:lvl1pPr>
          </a:lstStyle>
          <a:p>
            <a:pPr>
              <a:defRPr/>
            </a:pPr>
            <a:fld id="{6FDFA051-84A8-4B89-ACD1-82A449563A36}" type="slidenum">
              <a:rPr lang="en-IN" altLang="en-US"/>
              <a:pPr>
                <a:defRPr/>
              </a:pPr>
              <a:t>‹#›</a:t>
            </a:fld>
            <a:endParaRPr lang="en-IN" altLang="en-US"/>
          </a:p>
        </p:txBody>
      </p:sp>
    </p:spTree>
    <p:extLst>
      <p:ext uri="{BB962C8B-B14F-4D97-AF65-F5344CB8AC3E}">
        <p14:creationId xmlns:p14="http://schemas.microsoft.com/office/powerpoint/2010/main" val="136606132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p:cNvSpPr>
            <a:spLocks noGrp="1"/>
          </p:cNvSpPr>
          <p:nvPr>
            <p:ph type="pic" idx="1"/>
          </p:nvPr>
        </p:nvSpPr>
        <p:spPr>
          <a:xfrm>
            <a:off x="5183188" y="987425"/>
            <a:ext cx="6172200" cy="4873625"/>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IN" noProof="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3">
            <a:extLst>
              <a:ext uri="{FF2B5EF4-FFF2-40B4-BE49-F238E27FC236}">
                <a16:creationId xmlns:a16="http://schemas.microsoft.com/office/drawing/2014/main" id="{B277D519-2BB8-878B-1F3A-8A38FF51FDC3}"/>
              </a:ext>
            </a:extLst>
          </p:cNvPr>
          <p:cNvSpPr>
            <a:spLocks noGrp="1"/>
          </p:cNvSpPr>
          <p:nvPr>
            <p:ph type="dt" sz="half" idx="10"/>
          </p:nvPr>
        </p:nvSpPr>
        <p:spPr/>
        <p:txBody>
          <a:bodyPr/>
          <a:lstStyle>
            <a:lvl1pPr>
              <a:defRPr/>
            </a:lvl1pPr>
          </a:lstStyle>
          <a:p>
            <a:pPr>
              <a:defRPr/>
            </a:pPr>
            <a:fld id="{AADD80D1-9378-4739-A51B-3E09837965C1}" type="datetimeFigureOut">
              <a:rPr lang="en-IN"/>
              <a:pPr>
                <a:defRPr/>
              </a:pPr>
              <a:t>26-09-2026</a:t>
            </a:fld>
            <a:endParaRPr lang="en-IN"/>
          </a:p>
        </p:txBody>
      </p:sp>
      <p:sp>
        <p:nvSpPr>
          <p:cNvPr id="6" name="Footer Placeholder 4">
            <a:extLst>
              <a:ext uri="{FF2B5EF4-FFF2-40B4-BE49-F238E27FC236}">
                <a16:creationId xmlns:a16="http://schemas.microsoft.com/office/drawing/2014/main" id="{F9F28CFE-0A8B-89AC-CD0B-0A4785158A20}"/>
              </a:ext>
            </a:extLst>
          </p:cNvPr>
          <p:cNvSpPr>
            <a:spLocks noGrp="1"/>
          </p:cNvSpPr>
          <p:nvPr>
            <p:ph type="ftr" sz="quarter" idx="11"/>
          </p:nvPr>
        </p:nvSpPr>
        <p:spPr/>
        <p:txBody>
          <a:bodyPr/>
          <a:lstStyle>
            <a:lvl1pPr>
              <a:defRPr/>
            </a:lvl1pPr>
          </a:lstStyle>
          <a:p>
            <a:pPr>
              <a:defRPr/>
            </a:pPr>
            <a:endParaRPr lang="en-IN"/>
          </a:p>
        </p:txBody>
      </p:sp>
      <p:sp>
        <p:nvSpPr>
          <p:cNvPr id="7" name="Slide Number Placeholder 5">
            <a:extLst>
              <a:ext uri="{FF2B5EF4-FFF2-40B4-BE49-F238E27FC236}">
                <a16:creationId xmlns:a16="http://schemas.microsoft.com/office/drawing/2014/main" id="{A7817FC6-AF75-A02F-DE19-373BB57C83D4}"/>
              </a:ext>
            </a:extLst>
          </p:cNvPr>
          <p:cNvSpPr>
            <a:spLocks noGrp="1"/>
          </p:cNvSpPr>
          <p:nvPr>
            <p:ph type="sldNum" sz="quarter" idx="12"/>
          </p:nvPr>
        </p:nvSpPr>
        <p:spPr/>
        <p:txBody>
          <a:bodyPr/>
          <a:lstStyle>
            <a:lvl1pPr>
              <a:defRPr/>
            </a:lvl1pPr>
          </a:lstStyle>
          <a:p>
            <a:pPr>
              <a:defRPr/>
            </a:pPr>
            <a:fld id="{76367128-7D0A-4820-9214-50DD7BF26B95}" type="slidenum">
              <a:rPr lang="en-IN" altLang="en-US"/>
              <a:pPr>
                <a:defRPr/>
              </a:pPr>
              <a:t>‹#›</a:t>
            </a:fld>
            <a:endParaRPr lang="en-IN" altLang="en-US"/>
          </a:p>
        </p:txBody>
      </p:sp>
    </p:spTree>
    <p:extLst>
      <p:ext uri="{BB962C8B-B14F-4D97-AF65-F5344CB8AC3E}">
        <p14:creationId xmlns:p14="http://schemas.microsoft.com/office/powerpoint/2010/main" val="52491112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F95F9BCE-8018-B5FE-50BA-D53D8C0C70D4}"/>
              </a:ext>
            </a:extLst>
          </p:cNvPr>
          <p:cNvSpPr>
            <a:spLocks noGrp="1"/>
          </p:cNvSpPr>
          <p:nvPr>
            <p:ph type="dt" sz="half" idx="10"/>
          </p:nvPr>
        </p:nvSpPr>
        <p:spPr/>
        <p:txBody>
          <a:bodyPr/>
          <a:lstStyle>
            <a:lvl1pPr>
              <a:defRPr/>
            </a:lvl1pPr>
          </a:lstStyle>
          <a:p>
            <a:pPr>
              <a:defRPr/>
            </a:pPr>
            <a:fld id="{F33EBCC2-0456-46DC-9E81-D61484D7741F}" type="datetimeFigureOut">
              <a:rPr lang="en-IN"/>
              <a:pPr>
                <a:defRPr/>
              </a:pPr>
              <a:t>26-09-2026</a:t>
            </a:fld>
            <a:endParaRPr lang="en-IN"/>
          </a:p>
        </p:txBody>
      </p:sp>
      <p:sp>
        <p:nvSpPr>
          <p:cNvPr id="5" name="Footer Placeholder 4">
            <a:extLst>
              <a:ext uri="{FF2B5EF4-FFF2-40B4-BE49-F238E27FC236}">
                <a16:creationId xmlns:a16="http://schemas.microsoft.com/office/drawing/2014/main" id="{69647D63-F060-635A-8310-3E1878FFBD62}"/>
              </a:ext>
            </a:extLst>
          </p:cNvPr>
          <p:cNvSpPr>
            <a:spLocks noGrp="1"/>
          </p:cNvSpPr>
          <p:nvPr>
            <p:ph type="ftr" sz="quarter" idx="11"/>
          </p:nvPr>
        </p:nvSpPr>
        <p:spPr/>
        <p:txBody>
          <a:bodyPr/>
          <a:lstStyle>
            <a:lvl1pPr>
              <a:defRPr/>
            </a:lvl1pPr>
          </a:lstStyle>
          <a:p>
            <a:pPr>
              <a:defRPr/>
            </a:pPr>
            <a:endParaRPr lang="en-IN"/>
          </a:p>
        </p:txBody>
      </p:sp>
      <p:sp>
        <p:nvSpPr>
          <p:cNvPr id="6" name="Slide Number Placeholder 5">
            <a:extLst>
              <a:ext uri="{FF2B5EF4-FFF2-40B4-BE49-F238E27FC236}">
                <a16:creationId xmlns:a16="http://schemas.microsoft.com/office/drawing/2014/main" id="{9188B084-40C7-85E0-6EA6-B0613A97EE2B}"/>
              </a:ext>
            </a:extLst>
          </p:cNvPr>
          <p:cNvSpPr>
            <a:spLocks noGrp="1"/>
          </p:cNvSpPr>
          <p:nvPr>
            <p:ph type="sldNum" sz="quarter" idx="12"/>
          </p:nvPr>
        </p:nvSpPr>
        <p:spPr/>
        <p:txBody>
          <a:bodyPr/>
          <a:lstStyle>
            <a:lvl1pPr>
              <a:defRPr/>
            </a:lvl1pPr>
          </a:lstStyle>
          <a:p>
            <a:pPr>
              <a:defRPr/>
            </a:pPr>
            <a:fld id="{C2BF64CD-A133-45DF-B17C-502A1AE0BEF9}" type="slidenum">
              <a:rPr lang="en-IN" altLang="en-US"/>
              <a:pPr>
                <a:defRPr/>
              </a:pPr>
              <a:t>‹#›</a:t>
            </a:fld>
            <a:endParaRPr lang="en-IN" altLang="en-US"/>
          </a:p>
        </p:txBody>
      </p:sp>
    </p:spTree>
    <p:extLst>
      <p:ext uri="{BB962C8B-B14F-4D97-AF65-F5344CB8AC3E}">
        <p14:creationId xmlns:p14="http://schemas.microsoft.com/office/powerpoint/2010/main" val="374898124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7768EFD5-B711-4BF8-1036-5E87129ECC95}"/>
              </a:ext>
            </a:extLst>
          </p:cNvPr>
          <p:cNvSpPr>
            <a:spLocks noGrp="1"/>
          </p:cNvSpPr>
          <p:nvPr>
            <p:ph type="dt" sz="half" idx="10"/>
          </p:nvPr>
        </p:nvSpPr>
        <p:spPr/>
        <p:txBody>
          <a:bodyPr/>
          <a:lstStyle>
            <a:lvl1pPr>
              <a:defRPr/>
            </a:lvl1pPr>
          </a:lstStyle>
          <a:p>
            <a:pPr>
              <a:defRPr/>
            </a:pPr>
            <a:fld id="{83F6E840-4900-41FD-A035-3034279CEA9D}" type="datetimeFigureOut">
              <a:rPr lang="en-IN"/>
              <a:pPr>
                <a:defRPr/>
              </a:pPr>
              <a:t>26-09-2026</a:t>
            </a:fld>
            <a:endParaRPr lang="en-IN"/>
          </a:p>
        </p:txBody>
      </p:sp>
      <p:sp>
        <p:nvSpPr>
          <p:cNvPr id="5" name="Footer Placeholder 4">
            <a:extLst>
              <a:ext uri="{FF2B5EF4-FFF2-40B4-BE49-F238E27FC236}">
                <a16:creationId xmlns:a16="http://schemas.microsoft.com/office/drawing/2014/main" id="{EAB46E83-0E3D-B190-167B-EB6DCBD3609E}"/>
              </a:ext>
            </a:extLst>
          </p:cNvPr>
          <p:cNvSpPr>
            <a:spLocks noGrp="1"/>
          </p:cNvSpPr>
          <p:nvPr>
            <p:ph type="ftr" sz="quarter" idx="11"/>
          </p:nvPr>
        </p:nvSpPr>
        <p:spPr/>
        <p:txBody>
          <a:bodyPr/>
          <a:lstStyle>
            <a:lvl1pPr>
              <a:defRPr/>
            </a:lvl1pPr>
          </a:lstStyle>
          <a:p>
            <a:pPr>
              <a:defRPr/>
            </a:pPr>
            <a:endParaRPr lang="en-IN"/>
          </a:p>
        </p:txBody>
      </p:sp>
      <p:sp>
        <p:nvSpPr>
          <p:cNvPr id="6" name="Slide Number Placeholder 5">
            <a:extLst>
              <a:ext uri="{FF2B5EF4-FFF2-40B4-BE49-F238E27FC236}">
                <a16:creationId xmlns:a16="http://schemas.microsoft.com/office/drawing/2014/main" id="{7E07E07F-F2B1-E662-E685-81D515D8B79E}"/>
              </a:ext>
            </a:extLst>
          </p:cNvPr>
          <p:cNvSpPr>
            <a:spLocks noGrp="1"/>
          </p:cNvSpPr>
          <p:nvPr>
            <p:ph type="sldNum" sz="quarter" idx="12"/>
          </p:nvPr>
        </p:nvSpPr>
        <p:spPr/>
        <p:txBody>
          <a:bodyPr/>
          <a:lstStyle>
            <a:lvl1pPr>
              <a:defRPr/>
            </a:lvl1pPr>
          </a:lstStyle>
          <a:p>
            <a:pPr>
              <a:defRPr/>
            </a:pPr>
            <a:fld id="{E01531A8-AA50-409E-AA83-37B29E52CF32}" type="slidenum">
              <a:rPr lang="en-IN" altLang="en-US"/>
              <a:pPr>
                <a:defRPr/>
              </a:pPr>
              <a:t>‹#›</a:t>
            </a:fld>
            <a:endParaRPr lang="en-IN" altLang="en-US"/>
          </a:p>
        </p:txBody>
      </p:sp>
    </p:spTree>
    <p:extLst>
      <p:ext uri="{BB962C8B-B14F-4D97-AF65-F5344CB8AC3E}">
        <p14:creationId xmlns:p14="http://schemas.microsoft.com/office/powerpoint/2010/main" val="87120819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Title Placeholder 1">
            <a:extLst>
              <a:ext uri="{FF2B5EF4-FFF2-40B4-BE49-F238E27FC236}">
                <a16:creationId xmlns:a16="http://schemas.microsoft.com/office/drawing/2014/main" id="{BA791319-9E1D-A04F-B3F0-4446EB742D04}"/>
              </a:ext>
            </a:extLst>
          </p:cNvPr>
          <p:cNvSpPr>
            <a:spLocks noGrp="1"/>
          </p:cNvSpPr>
          <p:nvPr>
            <p:ph type="title"/>
          </p:nvPr>
        </p:nvSpPr>
        <p:spPr bwMode="auto">
          <a:xfrm>
            <a:off x="838200" y="365125"/>
            <a:ext cx="10515600" cy="1325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endParaRPr lang="en-IN" altLang="en-US"/>
          </a:p>
        </p:txBody>
      </p:sp>
      <p:sp>
        <p:nvSpPr>
          <p:cNvPr id="1027" name="Text Placeholder 2">
            <a:extLst>
              <a:ext uri="{FF2B5EF4-FFF2-40B4-BE49-F238E27FC236}">
                <a16:creationId xmlns:a16="http://schemas.microsoft.com/office/drawing/2014/main" id="{F821C5ED-F738-9FAC-97D2-27F1A1F0AE36}"/>
              </a:ext>
            </a:extLst>
          </p:cNvPr>
          <p:cNvSpPr>
            <a:spLocks noGrp="1"/>
          </p:cNvSpPr>
          <p:nvPr>
            <p:ph type="body" idx="1"/>
          </p:nvPr>
        </p:nvSpPr>
        <p:spPr bwMode="auto">
          <a:xfrm>
            <a:off x="838200" y="1825625"/>
            <a:ext cx="10515600" cy="4351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endParaRPr lang="en-IN" altLang="en-US"/>
          </a:p>
        </p:txBody>
      </p:sp>
      <p:sp>
        <p:nvSpPr>
          <p:cNvPr id="4" name="Date Placeholder 3">
            <a:extLst>
              <a:ext uri="{FF2B5EF4-FFF2-40B4-BE49-F238E27FC236}">
                <a16:creationId xmlns:a16="http://schemas.microsoft.com/office/drawing/2014/main" id="{E55F7E02-005F-D1B8-4D50-03C80D8B422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eaLnBrk="1" fontAlgn="auto" hangingPunct="1">
              <a:spcBef>
                <a:spcPts val="0"/>
              </a:spcBef>
              <a:spcAft>
                <a:spcPts val="0"/>
              </a:spcAft>
              <a:defRPr sz="1200">
                <a:solidFill>
                  <a:schemeClr val="tx1">
                    <a:tint val="75000"/>
                  </a:schemeClr>
                </a:solidFill>
                <a:latin typeface="+mn-lt"/>
                <a:cs typeface="+mn-cs"/>
              </a:defRPr>
            </a:lvl1pPr>
          </a:lstStyle>
          <a:p>
            <a:pPr>
              <a:defRPr/>
            </a:pPr>
            <a:fld id="{4F039516-55FE-4512-B10B-96F787045830}" type="datetimeFigureOut">
              <a:rPr lang="en-IN"/>
              <a:pPr>
                <a:defRPr/>
              </a:pPr>
              <a:t>26-09-2026</a:t>
            </a:fld>
            <a:endParaRPr lang="en-IN"/>
          </a:p>
        </p:txBody>
      </p:sp>
      <p:sp>
        <p:nvSpPr>
          <p:cNvPr id="5" name="Footer Placeholder 4">
            <a:extLst>
              <a:ext uri="{FF2B5EF4-FFF2-40B4-BE49-F238E27FC236}">
                <a16:creationId xmlns:a16="http://schemas.microsoft.com/office/drawing/2014/main" id="{A61B89EA-AA33-1E70-17DB-BDD37DAF068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eaLnBrk="1" fontAlgn="auto" hangingPunct="1">
              <a:spcBef>
                <a:spcPts val="0"/>
              </a:spcBef>
              <a:spcAft>
                <a:spcPts val="0"/>
              </a:spcAft>
              <a:defRPr sz="1200">
                <a:solidFill>
                  <a:schemeClr val="tx1">
                    <a:tint val="75000"/>
                  </a:schemeClr>
                </a:solidFill>
                <a:latin typeface="+mn-lt"/>
                <a:cs typeface="+mn-cs"/>
              </a:defRPr>
            </a:lvl1pPr>
          </a:lstStyle>
          <a:p>
            <a:pPr>
              <a:defRPr/>
            </a:pPr>
            <a:endParaRPr lang="en-IN"/>
          </a:p>
        </p:txBody>
      </p:sp>
      <p:sp>
        <p:nvSpPr>
          <p:cNvPr id="6" name="Slide Number Placeholder 5">
            <a:extLst>
              <a:ext uri="{FF2B5EF4-FFF2-40B4-BE49-F238E27FC236}">
                <a16:creationId xmlns:a16="http://schemas.microsoft.com/office/drawing/2014/main" id="{DF1FC46B-67F7-19C7-E690-6A268B5CA4E1}"/>
              </a:ext>
            </a:extLst>
          </p:cNvPr>
          <p:cNvSpPr>
            <a:spLocks noGrp="1"/>
          </p:cNvSpPr>
          <p:nvPr>
            <p:ph type="sldNum" sz="quarter" idx="4"/>
          </p:nvPr>
        </p:nvSpPr>
        <p:spPr>
          <a:xfrm>
            <a:off x="8610600" y="6356350"/>
            <a:ext cx="2743200" cy="365125"/>
          </a:xfrm>
          <a:prstGeom prst="rect">
            <a:avLst/>
          </a:prstGeom>
        </p:spPr>
        <p:txBody>
          <a:bodyPr vert="horz" wrap="square" lIns="91440" tIns="45720" rIns="91440" bIns="45720" numCol="1" anchor="ctr" anchorCtr="0" compatLnSpc="1">
            <a:prstTxWarp prst="textNoShape">
              <a:avLst/>
            </a:prstTxWarp>
          </a:bodyPr>
          <a:lstStyle>
            <a:lvl1pPr algn="r" eaLnBrk="1" hangingPunct="1">
              <a:defRPr sz="1200" smtClean="0">
                <a:solidFill>
                  <a:srgbClr val="898989"/>
                </a:solidFill>
                <a:latin typeface="Calibri" panose="020F0502020204030204" pitchFamily="34" charset="0"/>
              </a:defRPr>
            </a:lvl1pPr>
          </a:lstStyle>
          <a:p>
            <a:pPr>
              <a:defRPr/>
            </a:pPr>
            <a:fld id="{64471AE9-5707-425A-894D-EEC5840BD7BF}" type="slidenum">
              <a:rPr lang="en-IN" altLang="en-US"/>
              <a:pPr>
                <a:defRPr/>
              </a:pPr>
              <a:t>‹#›</a:t>
            </a:fld>
            <a:endParaRPr lang="en-I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rtl="0" eaLnBrk="0" fontAlgn="base" hangingPunct="0">
        <a:lnSpc>
          <a:spcPct val="90000"/>
        </a:lnSpc>
        <a:spcBef>
          <a:spcPct val="0"/>
        </a:spcBef>
        <a:spcAft>
          <a:spcPct val="0"/>
        </a:spcAft>
        <a:defRPr sz="4400" kern="1200">
          <a:solidFill>
            <a:schemeClr val="tx1"/>
          </a:solidFill>
          <a:latin typeface="+mj-lt"/>
          <a:ea typeface="+mj-ea"/>
          <a:cs typeface="+mj-cs"/>
        </a:defRPr>
      </a:lvl1pPr>
      <a:lvl2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2pPr>
      <a:lvl3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3pPr>
      <a:lvl4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4pPr>
      <a:lvl5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5pPr>
      <a:lvl6pPr marL="457200" algn="l" rtl="0" fontAlgn="base">
        <a:lnSpc>
          <a:spcPct val="90000"/>
        </a:lnSpc>
        <a:spcBef>
          <a:spcPct val="0"/>
        </a:spcBef>
        <a:spcAft>
          <a:spcPct val="0"/>
        </a:spcAft>
        <a:defRPr sz="4400">
          <a:solidFill>
            <a:schemeClr val="tx1"/>
          </a:solidFill>
          <a:latin typeface="Calibri Light" panose="020F0302020204030204" pitchFamily="34" charset="0"/>
        </a:defRPr>
      </a:lvl6pPr>
      <a:lvl7pPr marL="914400" algn="l" rtl="0" fontAlgn="base">
        <a:lnSpc>
          <a:spcPct val="90000"/>
        </a:lnSpc>
        <a:spcBef>
          <a:spcPct val="0"/>
        </a:spcBef>
        <a:spcAft>
          <a:spcPct val="0"/>
        </a:spcAft>
        <a:defRPr sz="4400">
          <a:solidFill>
            <a:schemeClr val="tx1"/>
          </a:solidFill>
          <a:latin typeface="Calibri Light" panose="020F0302020204030204" pitchFamily="34" charset="0"/>
        </a:defRPr>
      </a:lvl7pPr>
      <a:lvl8pPr marL="1371600" algn="l" rtl="0" fontAlgn="base">
        <a:lnSpc>
          <a:spcPct val="90000"/>
        </a:lnSpc>
        <a:spcBef>
          <a:spcPct val="0"/>
        </a:spcBef>
        <a:spcAft>
          <a:spcPct val="0"/>
        </a:spcAft>
        <a:defRPr sz="4400">
          <a:solidFill>
            <a:schemeClr val="tx1"/>
          </a:solidFill>
          <a:latin typeface="Calibri Light" panose="020F0302020204030204" pitchFamily="34" charset="0"/>
        </a:defRPr>
      </a:lvl8pPr>
      <a:lvl9pPr marL="1828800" algn="l" rtl="0" fontAlgn="base">
        <a:lnSpc>
          <a:spcPct val="90000"/>
        </a:lnSpc>
        <a:spcBef>
          <a:spcPct val="0"/>
        </a:spcBef>
        <a:spcAft>
          <a:spcPct val="0"/>
        </a:spcAft>
        <a:defRPr sz="4400">
          <a:solidFill>
            <a:schemeClr val="tx1"/>
          </a:solidFill>
          <a:latin typeface="Calibri Light" panose="020F0302020204030204" pitchFamily="34" charset="0"/>
        </a:defRPr>
      </a:lvl9pPr>
    </p:titleStyle>
    <p:body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Layout" Target="../slideLayouts/slideLayout1.xml"/><Relationship Id="rId1" Type="http://schemas.openxmlformats.org/officeDocument/2006/relationships/themeOverride" Target="../theme/themeOverride1.xml"/><Relationship Id="rId5" Type="http://schemas.openxmlformats.org/officeDocument/2006/relationships/image" Target="../media/image3.png"/><Relationship Id="rId4" Type="http://schemas.openxmlformats.org/officeDocument/2006/relationships/image" Target="../media/image2.png"/></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4.png"/></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1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Rectangle 7">
            <a:extLst>
              <a:ext uri="{FF2B5EF4-FFF2-40B4-BE49-F238E27FC236}">
                <a16:creationId xmlns:a16="http://schemas.microsoft.com/office/drawing/2014/main" id="{508B8D43-5ECB-3760-878D-EAC4A13D61CE}"/>
              </a:ext>
            </a:extLst>
          </p:cNvPr>
          <p:cNvSpPr>
            <a:spLocks noChangeArrowheads="1"/>
          </p:cNvSpPr>
          <p:nvPr/>
        </p:nvSpPr>
        <p:spPr bwMode="auto">
          <a:xfrm>
            <a:off x="0" y="0"/>
            <a:ext cx="12192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endParaRPr lang="en-IN" altLang="en-US" sz="1800"/>
          </a:p>
        </p:txBody>
      </p:sp>
      <p:sp>
        <p:nvSpPr>
          <p:cNvPr id="2054" name="Rectangle 8">
            <a:extLst>
              <a:ext uri="{FF2B5EF4-FFF2-40B4-BE49-F238E27FC236}">
                <a16:creationId xmlns:a16="http://schemas.microsoft.com/office/drawing/2014/main" id="{28ECA16A-3E61-B92B-9B56-868054CFD816}"/>
              </a:ext>
            </a:extLst>
          </p:cNvPr>
          <p:cNvSpPr>
            <a:spLocks noChangeArrowheads="1"/>
          </p:cNvSpPr>
          <p:nvPr/>
        </p:nvSpPr>
        <p:spPr bwMode="auto">
          <a:xfrm>
            <a:off x="214313" y="60325"/>
            <a:ext cx="11715750" cy="1323975"/>
          </a:xfrm>
          <a:prstGeom prst="rect">
            <a:avLst/>
          </a:prstGeom>
          <a:noFill/>
          <a:ln>
            <a:noFill/>
          </a:ln>
        </p:spPr>
        <p:txBody>
          <a:bodyPr anchor="ctr">
            <a:spAutoFit/>
          </a:bodyPr>
          <a:lstStyle>
            <a:lvl1pPr>
              <a:lnSpc>
                <a:spcPct val="90000"/>
              </a:lnSpc>
              <a:spcBef>
                <a:spcPts val="1000"/>
              </a:spcBef>
              <a:buFont typeface="Arial" panose="020B0604020202020204" pitchFamily="34" charset="0"/>
              <a:buChar char="•"/>
              <a:tabLst>
                <a:tab pos="1303338" algn="r"/>
                <a:tab pos="2865438" algn="ctr"/>
                <a:tab pos="5730875" algn="r"/>
              </a:tabLst>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tabLst>
                <a:tab pos="1303338" algn="r"/>
                <a:tab pos="2865438" algn="ctr"/>
                <a:tab pos="5730875" algn="r"/>
              </a:tabLst>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tabLst>
                <a:tab pos="1303338" algn="r"/>
                <a:tab pos="2865438" algn="ctr"/>
                <a:tab pos="5730875" algn="r"/>
              </a:tabLst>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tabLst>
                <a:tab pos="1303338" algn="r"/>
                <a:tab pos="2865438" algn="ctr"/>
                <a:tab pos="5730875" algn="r"/>
              </a:tabLst>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tabLst>
                <a:tab pos="1303338" algn="r"/>
                <a:tab pos="2865438" algn="ctr"/>
                <a:tab pos="5730875" algn="r"/>
              </a:tabLst>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tabLst>
                <a:tab pos="1303338" algn="r"/>
                <a:tab pos="2865438" algn="ctr"/>
                <a:tab pos="5730875" algn="r"/>
              </a:tabLst>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tabLst>
                <a:tab pos="1303338" algn="r"/>
                <a:tab pos="2865438" algn="ctr"/>
                <a:tab pos="5730875" algn="r"/>
              </a:tabLst>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tabLst>
                <a:tab pos="1303338" algn="r"/>
                <a:tab pos="2865438" algn="ctr"/>
                <a:tab pos="5730875" algn="r"/>
              </a:tabLst>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tabLst>
                <a:tab pos="1303338" algn="r"/>
                <a:tab pos="2865438" algn="ctr"/>
                <a:tab pos="5730875" algn="r"/>
              </a:tabLst>
              <a:defRPr>
                <a:solidFill>
                  <a:schemeClr val="tx1"/>
                </a:solidFill>
                <a:latin typeface="Calibri" panose="020F0502020204030204" pitchFamily="34" charset="0"/>
              </a:defRPr>
            </a:lvl9pPr>
          </a:lstStyle>
          <a:p>
            <a:pPr algn="ctr">
              <a:lnSpc>
                <a:spcPct val="100000"/>
              </a:lnSpc>
              <a:spcBef>
                <a:spcPct val="0"/>
              </a:spcBef>
              <a:buFontTx/>
              <a:buNone/>
              <a:defRPr/>
            </a:pPr>
            <a:r>
              <a:rPr lang="en-US" altLang="en-US" b="1" dirty="0">
                <a:solidFill>
                  <a:srgbClr val="7030A0"/>
                </a:solidFill>
                <a:latin typeface="Times New Roman" panose="02020603050405020304" pitchFamily="18" charset="0"/>
                <a:ea typeface="Calibri" panose="020F0502020204030204" pitchFamily="34" charset="0"/>
                <a:cs typeface="Times New Roman" panose="02020603050405020304" pitchFamily="18" charset="0"/>
              </a:rPr>
              <a:t>G.H. RAISONI COLLEGE OF ENGINEERING </a:t>
            </a:r>
          </a:p>
          <a:p>
            <a:pPr algn="ctr">
              <a:lnSpc>
                <a:spcPct val="100000"/>
              </a:lnSpc>
              <a:spcBef>
                <a:spcPct val="0"/>
              </a:spcBef>
              <a:buFontTx/>
              <a:buNone/>
              <a:defRPr/>
            </a:pPr>
            <a:r>
              <a:rPr lang="en-US" altLang="en-US" b="1" dirty="0">
                <a:solidFill>
                  <a:srgbClr val="7030A0"/>
                </a:solidFill>
                <a:latin typeface="Times New Roman" panose="02020603050405020304" pitchFamily="18" charset="0"/>
                <a:ea typeface="Calibri" panose="020F0502020204030204" pitchFamily="34" charset="0"/>
                <a:cs typeface="Times New Roman" panose="02020603050405020304" pitchFamily="18" charset="0"/>
              </a:rPr>
              <a:t>AND MANAGEMENT, WAGHOLI, PUNE</a:t>
            </a:r>
            <a:endParaRPr lang="en-US" altLang="en-US" sz="1400" dirty="0">
              <a:solidFill>
                <a:srgbClr val="7030A0"/>
              </a:solidFill>
              <a:latin typeface="Times New Roman" panose="02020603050405020304" pitchFamily="18" charset="0"/>
              <a:ea typeface="Calibri" panose="020F0502020204030204" pitchFamily="34" charset="0"/>
              <a:cs typeface="Times New Roman" panose="02020603050405020304" pitchFamily="18" charset="0"/>
            </a:endParaRPr>
          </a:p>
          <a:p>
            <a:pPr algn="ctr">
              <a:lnSpc>
                <a:spcPct val="100000"/>
              </a:lnSpc>
              <a:spcBef>
                <a:spcPct val="0"/>
              </a:spcBef>
              <a:buFont typeface="Arial" panose="020B0604020202020204" pitchFamily="34" charset="0"/>
              <a:buNone/>
              <a:defRPr/>
            </a:pPr>
            <a:r>
              <a:rPr lang="en-US" altLang="en-US" sz="2400" b="1" dirty="0">
                <a:solidFill>
                  <a:schemeClr val="accent2">
                    <a:lumMod val="75000"/>
                  </a:schemeClr>
                </a:solidFill>
                <a:latin typeface="Times New Roman" panose="02020603050405020304" pitchFamily="18" charset="0"/>
                <a:ea typeface="Calibri" panose="020F0502020204030204" pitchFamily="34" charset="0"/>
                <a:cs typeface="Times New Roman" panose="02020603050405020304" pitchFamily="18" charset="0"/>
              </a:rPr>
              <a:t>Department of CSE (AIML)</a:t>
            </a:r>
            <a:endParaRPr lang="en-US" altLang="en-US" sz="2400" dirty="0">
              <a:solidFill>
                <a:schemeClr val="accent2">
                  <a:lumMod val="75000"/>
                </a:schemeClr>
              </a:solidFill>
              <a:latin typeface="Times New Roman" panose="02020603050405020304" pitchFamily="18" charset="0"/>
              <a:ea typeface="Calibri" panose="020F0502020204030204" pitchFamily="34" charset="0"/>
              <a:cs typeface="Times New Roman" panose="02020603050405020304" pitchFamily="18" charset="0"/>
            </a:endParaRPr>
          </a:p>
        </p:txBody>
      </p:sp>
      <p:sp>
        <p:nvSpPr>
          <p:cNvPr id="2052" name="Rectangle 5">
            <a:extLst>
              <a:ext uri="{FF2B5EF4-FFF2-40B4-BE49-F238E27FC236}">
                <a16:creationId xmlns:a16="http://schemas.microsoft.com/office/drawing/2014/main" id="{5E9E57BF-13A7-6171-73B8-2B4CD3CE887D}"/>
              </a:ext>
            </a:extLst>
          </p:cNvPr>
          <p:cNvSpPr txBox="1">
            <a:spLocks noChangeArrowheads="1"/>
          </p:cNvSpPr>
          <p:nvPr/>
        </p:nvSpPr>
        <p:spPr bwMode="auto">
          <a:xfrm>
            <a:off x="1981200" y="1519238"/>
            <a:ext cx="8229600" cy="10906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buFont typeface="Wingdings 2" panose="05020102010507070707" pitchFamily="18" charset="2"/>
              <a:buNone/>
            </a:pPr>
            <a:r>
              <a:rPr lang="en-US" altLang="en-US" sz="2400" b="1" i="1">
                <a:solidFill>
                  <a:srgbClr val="7030A0"/>
                </a:solidFill>
                <a:latin typeface="Arial Black" panose="020B0A04020102020204" pitchFamily="34" charset="0"/>
                <a:cs typeface="Aharoni" panose="02010803020104030203" pitchFamily="2" charset="-79"/>
              </a:rPr>
              <a:t>An Intelligent Aircraft Maintenance Prediction System Using Machine Learning and Real-Time Simulated Data</a:t>
            </a:r>
            <a:endParaRPr lang="en-US" altLang="en-US" sz="2400" b="1" i="1" u="sng">
              <a:solidFill>
                <a:srgbClr val="7030A0"/>
              </a:solidFill>
              <a:latin typeface="Castellar" panose="020A0402060406010301" pitchFamily="18" charset="0"/>
            </a:endParaRPr>
          </a:p>
        </p:txBody>
      </p:sp>
      <p:sp>
        <p:nvSpPr>
          <p:cNvPr id="4" name="TextBox 3">
            <a:extLst>
              <a:ext uri="{FF2B5EF4-FFF2-40B4-BE49-F238E27FC236}">
                <a16:creationId xmlns:a16="http://schemas.microsoft.com/office/drawing/2014/main" id="{01F88F21-9338-47AC-78AD-B921C8BEF5A5}"/>
              </a:ext>
            </a:extLst>
          </p:cNvPr>
          <p:cNvSpPr txBox="1"/>
          <p:nvPr/>
        </p:nvSpPr>
        <p:spPr>
          <a:xfrm>
            <a:off x="481013" y="2609850"/>
            <a:ext cx="11472862" cy="3887218"/>
          </a:xfrm>
          <a:prstGeom prst="rect">
            <a:avLst/>
          </a:prstGeom>
          <a:noFill/>
        </p:spPr>
        <p:txBody>
          <a:bodyPr>
            <a:spAutoFit/>
          </a:bodyPr>
          <a:lstStyle/>
          <a:p>
            <a:pPr marL="274320" indent="-274320" algn="ctr" eaLnBrk="1" fontAlgn="auto" hangingPunct="1">
              <a:spcBef>
                <a:spcPct val="20000"/>
              </a:spcBef>
              <a:spcAft>
                <a:spcPts val="0"/>
              </a:spcAft>
              <a:buClr>
                <a:schemeClr val="accent3"/>
              </a:buClr>
              <a:buSzPct val="95000"/>
              <a:defRPr/>
            </a:pPr>
            <a:r>
              <a:rPr lang="en-US" b="1" u="sng" dirty="0">
                <a:solidFill>
                  <a:srgbClr val="C00000"/>
                </a:solidFill>
                <a:latin typeface="Times New Roman" panose="02020603050405020304" pitchFamily="18" charset="0"/>
                <a:cs typeface="Times New Roman" panose="02020603050405020304" pitchFamily="18" charset="0"/>
              </a:rPr>
              <a:t>Group No.:</a:t>
            </a:r>
            <a:r>
              <a:rPr lang="en-US" b="1" dirty="0">
                <a:latin typeface="Times New Roman" panose="02020603050405020304" pitchFamily="18" charset="0"/>
                <a:cs typeface="Times New Roman" panose="02020603050405020304" pitchFamily="18" charset="0"/>
              </a:rPr>
              <a:t> </a:t>
            </a:r>
          </a:p>
          <a:p>
            <a:pPr marL="274320" indent="-274320" algn="ctr" eaLnBrk="1" fontAlgn="auto" hangingPunct="1">
              <a:spcBef>
                <a:spcPct val="20000"/>
              </a:spcBef>
              <a:spcAft>
                <a:spcPts val="0"/>
              </a:spcAft>
              <a:buClr>
                <a:schemeClr val="accent3"/>
              </a:buClr>
              <a:buSzPct val="95000"/>
              <a:defRPr/>
            </a:pPr>
            <a:r>
              <a:rPr lang="en-US" b="1" dirty="0">
                <a:latin typeface="Times New Roman" panose="02020603050405020304" pitchFamily="18" charset="0"/>
                <a:cs typeface="Times New Roman" panose="02020603050405020304" pitchFamily="18" charset="0"/>
              </a:rPr>
              <a:t>20                          </a:t>
            </a:r>
          </a:p>
          <a:p>
            <a:pPr marL="274320" indent="-274320" algn="ctr" eaLnBrk="1" fontAlgn="auto" hangingPunct="1">
              <a:spcBef>
                <a:spcPct val="20000"/>
              </a:spcBef>
              <a:spcAft>
                <a:spcPts val="0"/>
              </a:spcAft>
              <a:buClr>
                <a:schemeClr val="accent3"/>
              </a:buClr>
              <a:buSzPct val="95000"/>
              <a:defRPr/>
            </a:pPr>
            <a:endParaRPr lang="en-US" b="1" dirty="0">
              <a:latin typeface="Times New Roman" panose="02020603050405020304" pitchFamily="18" charset="0"/>
              <a:cs typeface="Times New Roman" panose="02020603050405020304" pitchFamily="18" charset="0"/>
            </a:endParaRPr>
          </a:p>
          <a:p>
            <a:pPr marL="1188720" lvl="2" indent="-274320" algn="ctr" eaLnBrk="1" fontAlgn="auto" hangingPunct="1">
              <a:spcBef>
                <a:spcPct val="20000"/>
              </a:spcBef>
              <a:spcAft>
                <a:spcPts val="0"/>
              </a:spcAft>
              <a:buClr>
                <a:schemeClr val="accent3"/>
              </a:buClr>
              <a:buSzPct val="95000"/>
              <a:defRPr/>
            </a:pPr>
            <a:r>
              <a:rPr lang="en-US" b="1" dirty="0">
                <a:latin typeface="Times New Roman" panose="02020603050405020304" pitchFamily="18" charset="0"/>
                <a:cs typeface="Times New Roman" panose="02020603050405020304" pitchFamily="18" charset="0"/>
              </a:rPr>
              <a:t>                  </a:t>
            </a:r>
            <a:r>
              <a:rPr lang="en-US" b="1" u="sng" dirty="0">
                <a:solidFill>
                  <a:srgbClr val="C00000"/>
                </a:solidFill>
                <a:latin typeface="Times New Roman" panose="02020603050405020304" pitchFamily="18" charset="0"/>
                <a:cs typeface="Times New Roman" panose="02020603050405020304" pitchFamily="18" charset="0"/>
              </a:rPr>
              <a:t>Guide:</a:t>
            </a:r>
            <a:r>
              <a:rPr lang="en-US" b="1" dirty="0">
                <a:latin typeface="Times New Roman" panose="02020603050405020304" pitchFamily="18" charset="0"/>
                <a:cs typeface="Times New Roman" panose="02020603050405020304" pitchFamily="18" charset="0"/>
              </a:rPr>
              <a:t>			</a:t>
            </a:r>
          </a:p>
          <a:p>
            <a:pPr marL="1188720" lvl="2" indent="-274320" algn="ctr" eaLnBrk="1" fontAlgn="auto" hangingPunct="1">
              <a:spcBef>
                <a:spcPct val="20000"/>
              </a:spcBef>
              <a:spcAft>
                <a:spcPts val="0"/>
              </a:spcAft>
              <a:buClr>
                <a:schemeClr val="accent3"/>
              </a:buClr>
              <a:buSzPct val="95000"/>
              <a:defRPr/>
            </a:pPr>
            <a:r>
              <a:rPr lang="en-US" b="1" dirty="0">
                <a:latin typeface="Times New Roman" panose="02020603050405020304" pitchFamily="18" charset="0"/>
                <a:cs typeface="Times New Roman" panose="02020603050405020304" pitchFamily="18" charset="0"/>
              </a:rPr>
              <a:t>	</a:t>
            </a:r>
            <a:r>
              <a:rPr lang="en-US" b="1" i="1" dirty="0">
                <a:latin typeface="Times New Roman" panose="02020603050405020304" pitchFamily="18" charset="0"/>
                <a:cs typeface="Times New Roman" panose="02020603050405020304" pitchFamily="18" charset="0"/>
              </a:rPr>
              <a:t>        </a:t>
            </a:r>
            <a:r>
              <a:rPr lang="en-US" i="1" dirty="0">
                <a:latin typeface="Times New Roman" panose="02020603050405020304" pitchFamily="18" charset="0"/>
                <a:cs typeface="Times New Roman" panose="02020603050405020304" pitchFamily="18" charset="0"/>
              </a:rPr>
              <a:t>Prof. Soma Joshi</a:t>
            </a:r>
            <a:r>
              <a:rPr lang="en-US" b="1" i="1" dirty="0">
                <a:latin typeface="Times New Roman" panose="02020603050405020304" pitchFamily="18" charset="0"/>
                <a:cs typeface="Times New Roman" panose="02020603050405020304" pitchFamily="18" charset="0"/>
              </a:rPr>
              <a:t>		</a:t>
            </a:r>
          </a:p>
          <a:p>
            <a:pPr marL="274320" indent="-274320" algn="ctr" eaLnBrk="1" fontAlgn="auto" hangingPunct="1">
              <a:spcBef>
                <a:spcPct val="20000"/>
              </a:spcBef>
              <a:spcAft>
                <a:spcPts val="0"/>
              </a:spcAft>
              <a:buClr>
                <a:schemeClr val="accent3"/>
              </a:buClr>
              <a:buSzPct val="95000"/>
              <a:defRPr/>
            </a:pPr>
            <a:endParaRPr lang="en-US" b="1" i="1" dirty="0">
              <a:latin typeface="Times New Roman" panose="02020603050405020304" pitchFamily="18" charset="0"/>
              <a:cs typeface="Times New Roman" panose="02020603050405020304" pitchFamily="18" charset="0"/>
            </a:endParaRPr>
          </a:p>
          <a:p>
            <a:pPr algn="ctr" eaLnBrk="1" fontAlgn="auto" hangingPunct="1">
              <a:spcBef>
                <a:spcPct val="20000"/>
              </a:spcBef>
              <a:spcAft>
                <a:spcPts val="0"/>
              </a:spcAft>
              <a:buClr>
                <a:schemeClr val="accent3"/>
              </a:buClr>
              <a:buSzPct val="95000"/>
              <a:defRPr/>
            </a:pPr>
            <a:r>
              <a:rPr lang="en-US" b="1" u="sng" dirty="0">
                <a:solidFill>
                  <a:srgbClr val="C00000"/>
                </a:solidFill>
                <a:latin typeface="Times New Roman" panose="02020603050405020304" pitchFamily="18" charset="0"/>
                <a:cs typeface="Times New Roman" panose="02020603050405020304" pitchFamily="18" charset="0"/>
              </a:rPr>
              <a:t>Name of </a:t>
            </a:r>
            <a:r>
              <a:rPr lang="en-US" b="1" u="sng" dirty="0" err="1">
                <a:solidFill>
                  <a:srgbClr val="C00000"/>
                </a:solidFill>
                <a:latin typeface="Times New Roman" panose="02020603050405020304" pitchFamily="18" charset="0"/>
                <a:cs typeface="Times New Roman" panose="02020603050405020304" pitchFamily="18" charset="0"/>
              </a:rPr>
              <a:t>Projectees</a:t>
            </a:r>
            <a:endParaRPr lang="en-US" b="1" u="sng" dirty="0">
              <a:solidFill>
                <a:srgbClr val="C00000"/>
              </a:solidFill>
              <a:latin typeface="Times New Roman" panose="02020603050405020304" pitchFamily="18" charset="0"/>
              <a:cs typeface="Times New Roman" panose="02020603050405020304" pitchFamily="18" charset="0"/>
            </a:endParaRPr>
          </a:p>
          <a:p>
            <a:pPr algn="ctr" eaLnBrk="1" fontAlgn="auto" hangingPunct="1">
              <a:spcBef>
                <a:spcPct val="20000"/>
              </a:spcBef>
              <a:spcAft>
                <a:spcPts val="0"/>
              </a:spcAft>
              <a:buClr>
                <a:schemeClr val="accent3"/>
              </a:buClr>
              <a:buSzPct val="95000"/>
              <a:defRPr/>
            </a:pPr>
            <a:endParaRPr lang="en-US" b="1" u="sng" dirty="0">
              <a:latin typeface="Times New Roman" panose="02020603050405020304" pitchFamily="18" charset="0"/>
              <a:cs typeface="Times New Roman" panose="02020603050405020304" pitchFamily="18" charset="0"/>
            </a:endParaRPr>
          </a:p>
          <a:p>
            <a:pPr marL="274320" indent="-274320" algn="ctr" eaLnBrk="1" fontAlgn="auto" hangingPunct="1">
              <a:spcBef>
                <a:spcPct val="20000"/>
              </a:spcBef>
              <a:spcAft>
                <a:spcPts val="0"/>
              </a:spcAft>
              <a:buClr>
                <a:schemeClr val="accent3"/>
              </a:buClr>
              <a:buSzPct val="95000"/>
              <a:defRPr/>
            </a:pPr>
            <a:r>
              <a:rPr lang="en-US" b="1" i="1" dirty="0">
                <a:latin typeface="Times New Roman" panose="02020603050405020304" pitchFamily="18" charset="0"/>
                <a:cs typeface="Times New Roman" panose="02020603050405020304" pitchFamily="18" charset="0"/>
              </a:rPr>
              <a:t>              Soham Chaudhari(N42)                                                          Yug Shah(N60)</a:t>
            </a:r>
          </a:p>
          <a:p>
            <a:pPr marL="274320" indent="-274320" algn="ctr" eaLnBrk="1" fontAlgn="auto" hangingPunct="1">
              <a:spcBef>
                <a:spcPct val="20000"/>
              </a:spcBef>
              <a:spcAft>
                <a:spcPts val="0"/>
              </a:spcAft>
              <a:buClr>
                <a:schemeClr val="accent3"/>
              </a:buClr>
              <a:buSzPct val="95000"/>
              <a:defRPr/>
            </a:pPr>
            <a:r>
              <a:rPr lang="en-US" b="1" i="1" dirty="0">
                <a:latin typeface="Times New Roman" panose="02020603050405020304" pitchFamily="18" charset="0"/>
                <a:cs typeface="Times New Roman" panose="02020603050405020304" pitchFamily="18" charset="0"/>
              </a:rPr>
              <a:t>                               V Divakar(N50)                                                        Manjusha Mandhane(M49)</a:t>
            </a:r>
          </a:p>
          <a:p>
            <a:pPr marL="274320" indent="-274320" algn="ctr" eaLnBrk="1" fontAlgn="auto" hangingPunct="1">
              <a:spcBef>
                <a:spcPct val="20000"/>
              </a:spcBef>
              <a:spcAft>
                <a:spcPts val="0"/>
              </a:spcAft>
              <a:buClr>
                <a:schemeClr val="accent3"/>
              </a:buClr>
              <a:buSzPct val="95000"/>
              <a:defRPr/>
            </a:pPr>
            <a:endParaRPr lang="en-US" sz="1050" b="1" i="1" dirty="0">
              <a:latin typeface="Times New Roman" panose="02020603050405020304" pitchFamily="18" charset="0"/>
              <a:cs typeface="Times New Roman" panose="02020603050405020304" pitchFamily="18" charset="0"/>
            </a:endParaRPr>
          </a:p>
          <a:p>
            <a:pPr marL="274320" indent="-274320" eaLnBrk="1" fontAlgn="auto" hangingPunct="1">
              <a:spcBef>
                <a:spcPct val="20000"/>
              </a:spcBef>
              <a:spcAft>
                <a:spcPts val="0"/>
              </a:spcAft>
              <a:buClr>
                <a:schemeClr val="accent3"/>
              </a:buClr>
              <a:buSzPct val="95000"/>
              <a:defRPr/>
            </a:pPr>
            <a:r>
              <a:rPr lang="en-US" b="1" dirty="0">
                <a:latin typeface="Times New Roman" pitchFamily="18" charset="0"/>
                <a:cs typeface="Times New Roman" pitchFamily="18" charset="0"/>
              </a:rPr>
              <a:t>     </a:t>
            </a:r>
            <a:endParaRPr lang="en-US" sz="1050" dirty="0">
              <a:latin typeface="Times New Roman" panose="02020603050405020304" pitchFamily="18" charset="0"/>
              <a:cs typeface="Times New Roman" panose="02020603050405020304" pitchFamily="18" charset="0"/>
            </a:endParaRPr>
          </a:p>
        </p:txBody>
      </p:sp>
      <p:pic>
        <p:nvPicPr>
          <p:cNvPr id="2" name="Picture 2">
            <a:extLst>
              <a:ext uri="{FF2B5EF4-FFF2-40B4-BE49-F238E27FC236}">
                <a16:creationId xmlns:a16="http://schemas.microsoft.com/office/drawing/2014/main" id="{47480CD8-16EA-0674-9110-2A727B63F9A2}"/>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87313" y="30163"/>
            <a:ext cx="1638300" cy="1384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055" name="Picture 4">
            <a:extLst>
              <a:ext uri="{FF2B5EF4-FFF2-40B4-BE49-F238E27FC236}">
                <a16:creationId xmlns:a16="http://schemas.microsoft.com/office/drawing/2014/main" id="{117DDE81-582D-DE99-F130-7EB146F0BF1C}"/>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0398125" y="-79375"/>
            <a:ext cx="1662113" cy="1384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056" name="Picture 4">
            <a:extLst>
              <a:ext uri="{FF2B5EF4-FFF2-40B4-BE49-F238E27FC236}">
                <a16:creationId xmlns:a16="http://schemas.microsoft.com/office/drawing/2014/main" id="{C4796331-0B26-26F4-BAC0-A6B411037D3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6142038"/>
            <a:ext cx="12192000" cy="7159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7">
            <a:extLst>
              <a:ext uri="{FF2B5EF4-FFF2-40B4-BE49-F238E27FC236}">
                <a16:creationId xmlns:a16="http://schemas.microsoft.com/office/drawing/2014/main" id="{FAA5B61F-3D0F-CEF7-EC38-824DCF3AAC87}"/>
              </a:ext>
            </a:extLst>
          </p:cNvPr>
          <p:cNvSpPr>
            <a:spLocks noChangeArrowheads="1"/>
          </p:cNvSpPr>
          <p:nvPr/>
        </p:nvSpPr>
        <p:spPr bwMode="auto">
          <a:xfrm>
            <a:off x="0" y="0"/>
            <a:ext cx="12192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endParaRPr lang="en-IN" altLang="en-US" sz="1800"/>
          </a:p>
        </p:txBody>
      </p:sp>
      <p:sp>
        <p:nvSpPr>
          <p:cNvPr id="8" name="Title 1">
            <a:extLst>
              <a:ext uri="{FF2B5EF4-FFF2-40B4-BE49-F238E27FC236}">
                <a16:creationId xmlns:a16="http://schemas.microsoft.com/office/drawing/2014/main" id="{07EC2C29-FD8C-5290-EF00-AF175415DBE2}"/>
              </a:ext>
            </a:extLst>
          </p:cNvPr>
          <p:cNvSpPr txBox="1">
            <a:spLocks/>
          </p:cNvSpPr>
          <p:nvPr/>
        </p:nvSpPr>
        <p:spPr bwMode="auto">
          <a:xfrm>
            <a:off x="428625" y="5343525"/>
            <a:ext cx="10445750" cy="639763"/>
          </a:xfrm>
          <a:prstGeom prst="rect">
            <a:avLst/>
          </a:prstGeom>
          <a:noFill/>
          <a:ln>
            <a:noFill/>
          </a:ln>
        </p:spPr>
        <p:txBody>
          <a:bodyPr anchor="b">
            <a:normAutofit fontScale="97500"/>
          </a:bodyPr>
          <a:lstStyle>
            <a:lvl1pPr algn="ctr" rtl="0" eaLnBrk="0" fontAlgn="base" hangingPunct="0">
              <a:lnSpc>
                <a:spcPct val="90000"/>
              </a:lnSpc>
              <a:spcBef>
                <a:spcPct val="0"/>
              </a:spcBef>
              <a:spcAft>
                <a:spcPct val="0"/>
              </a:spcAft>
              <a:defRPr sz="6000" kern="1200">
                <a:solidFill>
                  <a:schemeClr val="tx1"/>
                </a:solidFill>
                <a:latin typeface="+mj-lt"/>
                <a:ea typeface="+mj-ea"/>
                <a:cs typeface="+mj-cs"/>
              </a:defRPr>
            </a:lvl1pPr>
            <a:lvl2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2pPr>
            <a:lvl3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3pPr>
            <a:lvl4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4pPr>
            <a:lvl5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5pPr>
            <a:lvl6pPr marL="457200" algn="l" rtl="0" fontAlgn="base">
              <a:lnSpc>
                <a:spcPct val="90000"/>
              </a:lnSpc>
              <a:spcBef>
                <a:spcPct val="0"/>
              </a:spcBef>
              <a:spcAft>
                <a:spcPct val="0"/>
              </a:spcAft>
              <a:defRPr sz="4400">
                <a:solidFill>
                  <a:schemeClr val="tx1"/>
                </a:solidFill>
                <a:latin typeface="Calibri Light" panose="020F0302020204030204" pitchFamily="34" charset="0"/>
              </a:defRPr>
            </a:lvl6pPr>
            <a:lvl7pPr marL="914400" algn="l" rtl="0" fontAlgn="base">
              <a:lnSpc>
                <a:spcPct val="90000"/>
              </a:lnSpc>
              <a:spcBef>
                <a:spcPct val="0"/>
              </a:spcBef>
              <a:spcAft>
                <a:spcPct val="0"/>
              </a:spcAft>
              <a:defRPr sz="4400">
                <a:solidFill>
                  <a:schemeClr val="tx1"/>
                </a:solidFill>
                <a:latin typeface="Calibri Light" panose="020F0302020204030204" pitchFamily="34" charset="0"/>
              </a:defRPr>
            </a:lvl7pPr>
            <a:lvl8pPr marL="1371600" algn="l" rtl="0" fontAlgn="base">
              <a:lnSpc>
                <a:spcPct val="90000"/>
              </a:lnSpc>
              <a:spcBef>
                <a:spcPct val="0"/>
              </a:spcBef>
              <a:spcAft>
                <a:spcPct val="0"/>
              </a:spcAft>
              <a:defRPr sz="4400">
                <a:solidFill>
                  <a:schemeClr val="tx1"/>
                </a:solidFill>
                <a:latin typeface="Calibri Light" panose="020F0302020204030204" pitchFamily="34" charset="0"/>
              </a:defRPr>
            </a:lvl8pPr>
            <a:lvl9pPr marL="1828800" algn="l" rtl="0" fontAlgn="base">
              <a:lnSpc>
                <a:spcPct val="90000"/>
              </a:lnSpc>
              <a:spcBef>
                <a:spcPct val="0"/>
              </a:spcBef>
              <a:spcAft>
                <a:spcPct val="0"/>
              </a:spcAft>
              <a:defRPr sz="4400">
                <a:solidFill>
                  <a:schemeClr val="tx1"/>
                </a:solidFill>
                <a:latin typeface="Calibri Light" panose="020F0302020204030204" pitchFamily="34" charset="0"/>
              </a:defRPr>
            </a:lvl9pPr>
          </a:lstStyle>
          <a:p>
            <a:pPr eaLnBrk="1" fontAlgn="auto" hangingPunct="1">
              <a:spcAft>
                <a:spcPts val="0"/>
              </a:spcAft>
              <a:defRPr/>
            </a:pPr>
            <a:endParaRPr lang="en-US" sz="3200" b="1" dirty="0">
              <a:latin typeface="Times New Roman" pitchFamily="18" charset="0"/>
              <a:cs typeface="Times New Roman" pitchFamily="18" charset="0"/>
            </a:endParaRPr>
          </a:p>
        </p:txBody>
      </p:sp>
      <p:sp>
        <p:nvSpPr>
          <p:cNvPr id="10" name="Content Placeholder 2">
            <a:extLst>
              <a:ext uri="{FF2B5EF4-FFF2-40B4-BE49-F238E27FC236}">
                <a16:creationId xmlns:a16="http://schemas.microsoft.com/office/drawing/2014/main" id="{6A96FE67-BB71-9395-B731-F3FEAD5664C9}"/>
              </a:ext>
            </a:extLst>
          </p:cNvPr>
          <p:cNvSpPr txBox="1">
            <a:spLocks/>
          </p:cNvSpPr>
          <p:nvPr/>
        </p:nvSpPr>
        <p:spPr bwMode="auto">
          <a:xfrm>
            <a:off x="428625" y="1404938"/>
            <a:ext cx="10445750" cy="4121150"/>
          </a:xfrm>
          <a:prstGeom prst="rect">
            <a:avLst/>
          </a:prstGeom>
          <a:noFill/>
          <a:ln w="9525">
            <a:noFill/>
            <a:miter lim="800000"/>
            <a:headEnd/>
            <a:tailEnd/>
          </a:ln>
        </p:spPr>
        <p:txBody>
          <a:bodyPr>
            <a:normAutofit/>
          </a:bodyPr>
          <a:lstStyle>
            <a:lvl1pPr marL="0" indent="0" algn="ctr" rtl="0" eaLnBrk="0" fontAlgn="base" hangingPunct="0">
              <a:lnSpc>
                <a:spcPct val="90000"/>
              </a:lnSpc>
              <a:spcBef>
                <a:spcPts val="1000"/>
              </a:spcBef>
              <a:spcAft>
                <a:spcPct val="0"/>
              </a:spcAft>
              <a:buFont typeface="Arial" panose="020B0604020202020204" pitchFamily="34" charset="0"/>
              <a:buNone/>
              <a:defRPr sz="2400" kern="1200">
                <a:solidFill>
                  <a:schemeClr val="tx1"/>
                </a:solidFill>
                <a:latin typeface="+mn-lt"/>
                <a:ea typeface="+mn-ea"/>
                <a:cs typeface="+mn-cs"/>
              </a:defRPr>
            </a:lvl1pPr>
            <a:lvl2pPr marL="457200" indent="0" algn="ctr" rtl="0" eaLnBrk="0" fontAlgn="base" hangingPunct="0">
              <a:lnSpc>
                <a:spcPct val="90000"/>
              </a:lnSpc>
              <a:spcBef>
                <a:spcPts val="500"/>
              </a:spcBef>
              <a:spcAft>
                <a:spcPct val="0"/>
              </a:spcAft>
              <a:buFont typeface="Arial" panose="020B0604020202020204" pitchFamily="34" charset="0"/>
              <a:buNone/>
              <a:defRPr sz="2000" kern="1200">
                <a:solidFill>
                  <a:schemeClr val="tx1"/>
                </a:solidFill>
                <a:latin typeface="+mn-lt"/>
                <a:ea typeface="+mn-ea"/>
                <a:cs typeface="+mn-cs"/>
              </a:defRPr>
            </a:lvl2pPr>
            <a:lvl3pPr marL="914400" indent="0" algn="ctr" rtl="0" eaLnBrk="0" fontAlgn="base" hangingPunct="0">
              <a:lnSpc>
                <a:spcPct val="90000"/>
              </a:lnSpc>
              <a:spcBef>
                <a:spcPts val="500"/>
              </a:spcBef>
              <a:spcAft>
                <a:spcPct val="0"/>
              </a:spcAft>
              <a:buFont typeface="Arial" panose="020B0604020202020204" pitchFamily="34" charset="0"/>
              <a:buNone/>
              <a:defRPr sz="1800" kern="1200">
                <a:solidFill>
                  <a:schemeClr val="tx1"/>
                </a:solidFill>
                <a:latin typeface="+mn-lt"/>
                <a:ea typeface="+mn-ea"/>
                <a:cs typeface="+mn-cs"/>
              </a:defRPr>
            </a:lvl3pPr>
            <a:lvl4pPr marL="1371600" indent="0" algn="ctr" rtl="0" eaLnBrk="0" fontAlgn="base" hangingPunct="0">
              <a:lnSpc>
                <a:spcPct val="90000"/>
              </a:lnSpc>
              <a:spcBef>
                <a:spcPts val="500"/>
              </a:spcBef>
              <a:spcAft>
                <a:spcPct val="0"/>
              </a:spcAft>
              <a:buFont typeface="Arial" panose="020B0604020202020204" pitchFamily="34" charset="0"/>
              <a:buNone/>
              <a:defRPr sz="1600" kern="1200">
                <a:solidFill>
                  <a:schemeClr val="tx1"/>
                </a:solidFill>
                <a:latin typeface="+mn-lt"/>
                <a:ea typeface="+mn-ea"/>
                <a:cs typeface="+mn-cs"/>
              </a:defRPr>
            </a:lvl4pPr>
            <a:lvl5pPr marL="1828800" indent="0" algn="ctr" rtl="0" eaLnBrk="0" fontAlgn="base" hangingPunct="0">
              <a:lnSpc>
                <a:spcPct val="90000"/>
              </a:lnSpc>
              <a:spcBef>
                <a:spcPts val="500"/>
              </a:spcBef>
              <a:spcAft>
                <a:spcPct val="0"/>
              </a:spcAft>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274320" indent="-274320" algn="just" eaLnBrk="1" fontAlgn="auto" hangingPunct="1">
              <a:spcAft>
                <a:spcPts val="0"/>
              </a:spcAft>
              <a:buClr>
                <a:schemeClr val="accent3"/>
              </a:buClr>
              <a:buFont typeface="Wingdings 2"/>
              <a:buChar char=""/>
              <a:defRPr/>
            </a:pPr>
            <a:r>
              <a:rPr lang="en-US" dirty="0">
                <a:latin typeface="Times New Roman" pitchFamily="18" charset="0"/>
                <a:cs typeface="Times New Roman" pitchFamily="18" charset="0"/>
              </a:rPr>
              <a:t>Introduction</a:t>
            </a:r>
          </a:p>
          <a:p>
            <a:pPr marL="274320" indent="-274320" algn="just" eaLnBrk="1" fontAlgn="auto" hangingPunct="1">
              <a:spcAft>
                <a:spcPts val="0"/>
              </a:spcAft>
              <a:buClr>
                <a:schemeClr val="accent3"/>
              </a:buClr>
              <a:buFont typeface="Wingdings 2"/>
              <a:buChar char=""/>
              <a:defRPr/>
            </a:pPr>
            <a:r>
              <a:rPr lang="en-US" dirty="0">
                <a:latin typeface="Times New Roman" pitchFamily="18" charset="0"/>
                <a:cs typeface="Times New Roman" pitchFamily="18" charset="0"/>
              </a:rPr>
              <a:t>Problem Statement</a:t>
            </a:r>
          </a:p>
          <a:p>
            <a:pPr marL="274320" indent="-274320" algn="just" eaLnBrk="1" fontAlgn="auto" hangingPunct="1">
              <a:spcAft>
                <a:spcPts val="0"/>
              </a:spcAft>
              <a:buClr>
                <a:schemeClr val="accent3"/>
              </a:buClr>
              <a:buFont typeface="Wingdings 2"/>
              <a:buChar char=""/>
              <a:defRPr/>
            </a:pPr>
            <a:r>
              <a:rPr lang="en-US" dirty="0">
                <a:latin typeface="Times New Roman" pitchFamily="18" charset="0"/>
                <a:cs typeface="Times New Roman" pitchFamily="18" charset="0"/>
              </a:rPr>
              <a:t>Objectives</a:t>
            </a:r>
          </a:p>
          <a:p>
            <a:pPr marL="274320" indent="-274320" algn="just" eaLnBrk="1" fontAlgn="auto" hangingPunct="1">
              <a:spcAft>
                <a:spcPts val="0"/>
              </a:spcAft>
              <a:buClr>
                <a:schemeClr val="accent3"/>
              </a:buClr>
              <a:buFont typeface="Wingdings 2"/>
              <a:buChar char=""/>
              <a:defRPr/>
            </a:pPr>
            <a:r>
              <a:rPr lang="en-US" dirty="0">
                <a:latin typeface="Times New Roman" pitchFamily="18" charset="0"/>
                <a:cs typeface="Times New Roman" pitchFamily="18" charset="0"/>
              </a:rPr>
              <a:t>Literature Survey</a:t>
            </a:r>
          </a:p>
          <a:p>
            <a:pPr marL="274320" indent="-274320" algn="just" eaLnBrk="1" fontAlgn="auto" hangingPunct="1">
              <a:spcAft>
                <a:spcPts val="0"/>
              </a:spcAft>
              <a:buClr>
                <a:schemeClr val="accent3"/>
              </a:buClr>
              <a:buFont typeface="Wingdings 2"/>
              <a:buChar char=""/>
              <a:defRPr/>
            </a:pPr>
            <a:r>
              <a:rPr lang="en-US" dirty="0">
                <a:latin typeface="Times New Roman" pitchFamily="18" charset="0"/>
                <a:cs typeface="Times New Roman" pitchFamily="18" charset="0"/>
              </a:rPr>
              <a:t>Existing System Architecture</a:t>
            </a:r>
          </a:p>
          <a:p>
            <a:pPr marL="274320" indent="-274320" algn="just" eaLnBrk="1" fontAlgn="auto" hangingPunct="1">
              <a:spcAft>
                <a:spcPts val="0"/>
              </a:spcAft>
              <a:buClr>
                <a:schemeClr val="accent3"/>
              </a:buClr>
              <a:buFont typeface="Wingdings 2"/>
              <a:buChar char=""/>
              <a:defRPr/>
            </a:pPr>
            <a:r>
              <a:rPr lang="en-IN" dirty="0">
                <a:latin typeface="Times New Roman" pitchFamily="18" charset="0"/>
                <a:cs typeface="Times New Roman" pitchFamily="18" charset="0"/>
              </a:rPr>
              <a:t>System architecture</a:t>
            </a:r>
            <a:r>
              <a:rPr lang="en-IN" dirty="0"/>
              <a:t>/</a:t>
            </a:r>
            <a:r>
              <a:rPr lang="en-US" dirty="0">
                <a:latin typeface="Times New Roman" pitchFamily="18" charset="0"/>
                <a:cs typeface="Times New Roman" pitchFamily="18" charset="0"/>
              </a:rPr>
              <a:t>Block Diagram</a:t>
            </a:r>
          </a:p>
          <a:p>
            <a:pPr marL="274320" indent="-274320" algn="just" eaLnBrk="1" fontAlgn="auto" hangingPunct="1">
              <a:spcAft>
                <a:spcPts val="0"/>
              </a:spcAft>
              <a:buClr>
                <a:schemeClr val="accent3"/>
              </a:buClr>
              <a:buFont typeface="Wingdings 2"/>
              <a:buChar char=""/>
              <a:defRPr/>
            </a:pPr>
            <a:r>
              <a:rPr lang="en-US" dirty="0">
                <a:latin typeface="Times New Roman" pitchFamily="18" charset="0"/>
                <a:cs typeface="Times New Roman" pitchFamily="18" charset="0"/>
              </a:rPr>
              <a:t>Methodology and Tool Used</a:t>
            </a:r>
          </a:p>
          <a:p>
            <a:pPr marL="274320" indent="-274320" algn="just" eaLnBrk="1" fontAlgn="auto" hangingPunct="1">
              <a:spcAft>
                <a:spcPts val="0"/>
              </a:spcAft>
              <a:buClr>
                <a:schemeClr val="accent3"/>
              </a:buClr>
              <a:buFont typeface="Wingdings 2"/>
              <a:buChar char=""/>
              <a:defRPr/>
            </a:pPr>
            <a:r>
              <a:rPr lang="en-IN" dirty="0">
                <a:latin typeface="Times New Roman" pitchFamily="18" charset="0"/>
                <a:cs typeface="Times New Roman" pitchFamily="18" charset="0"/>
              </a:rPr>
              <a:t>Initial implementation/Work completed so far</a:t>
            </a:r>
          </a:p>
          <a:p>
            <a:pPr marL="274320" indent="-274320" algn="just" eaLnBrk="1" fontAlgn="auto" hangingPunct="1">
              <a:spcAft>
                <a:spcPts val="0"/>
              </a:spcAft>
              <a:buClr>
                <a:schemeClr val="accent3"/>
              </a:buClr>
              <a:buFont typeface="Wingdings 2"/>
              <a:buChar char=""/>
              <a:defRPr/>
            </a:pPr>
            <a:r>
              <a:rPr lang="en-US" dirty="0">
                <a:latin typeface="Times New Roman" pitchFamily="18" charset="0"/>
                <a:cs typeface="Times New Roman" pitchFamily="18" charset="0"/>
              </a:rPr>
              <a:t>Work plan</a:t>
            </a:r>
          </a:p>
          <a:p>
            <a:pPr algn="just" eaLnBrk="1" fontAlgn="auto" hangingPunct="1">
              <a:spcAft>
                <a:spcPts val="0"/>
              </a:spcAft>
              <a:buClr>
                <a:schemeClr val="accent3"/>
              </a:buClr>
              <a:defRPr/>
            </a:pPr>
            <a:endParaRPr lang="en-US" dirty="0">
              <a:latin typeface="Times New Roman" pitchFamily="18" charset="0"/>
              <a:cs typeface="Times New Roman" pitchFamily="18" charset="0"/>
            </a:endParaRPr>
          </a:p>
        </p:txBody>
      </p:sp>
      <p:sp>
        <p:nvSpPr>
          <p:cNvPr id="12" name="Title 1">
            <a:extLst>
              <a:ext uri="{FF2B5EF4-FFF2-40B4-BE49-F238E27FC236}">
                <a16:creationId xmlns:a16="http://schemas.microsoft.com/office/drawing/2014/main" id="{7A2DD538-D670-8F4D-4D8E-DEC813BCAA2F}"/>
              </a:ext>
            </a:extLst>
          </p:cNvPr>
          <p:cNvSpPr txBox="1">
            <a:spLocks/>
          </p:cNvSpPr>
          <p:nvPr/>
        </p:nvSpPr>
        <p:spPr bwMode="auto">
          <a:xfrm>
            <a:off x="1831975" y="0"/>
            <a:ext cx="8697913" cy="639763"/>
          </a:xfrm>
          <a:prstGeom prst="rect">
            <a:avLst/>
          </a:prstGeom>
          <a:solidFill>
            <a:srgbClr val="7030A0">
              <a:alpha val="99000"/>
            </a:srgbClr>
          </a:solidFill>
          <a:ln>
            <a:solidFill>
              <a:schemeClr val="tx1"/>
            </a:solidFill>
          </a:ln>
        </p:spPr>
        <p:txBody>
          <a:bodyPr anchor="ctr">
            <a:normAutofit fontScale="97500"/>
          </a:bodyPr>
          <a:lstStyle>
            <a:lvl1pPr algn="ctr" rtl="0" eaLnBrk="0" fontAlgn="base" hangingPunct="0">
              <a:lnSpc>
                <a:spcPct val="90000"/>
              </a:lnSpc>
              <a:spcBef>
                <a:spcPct val="0"/>
              </a:spcBef>
              <a:spcAft>
                <a:spcPct val="0"/>
              </a:spcAft>
              <a:defRPr sz="6000" kern="1200">
                <a:solidFill>
                  <a:schemeClr val="tx1"/>
                </a:solidFill>
                <a:latin typeface="+mj-lt"/>
                <a:ea typeface="+mj-ea"/>
                <a:cs typeface="+mj-cs"/>
              </a:defRPr>
            </a:lvl1pPr>
            <a:lvl2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2pPr>
            <a:lvl3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3pPr>
            <a:lvl4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4pPr>
            <a:lvl5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5pPr>
            <a:lvl6pPr marL="457200" algn="l" rtl="0" fontAlgn="base">
              <a:lnSpc>
                <a:spcPct val="90000"/>
              </a:lnSpc>
              <a:spcBef>
                <a:spcPct val="0"/>
              </a:spcBef>
              <a:spcAft>
                <a:spcPct val="0"/>
              </a:spcAft>
              <a:defRPr sz="4400">
                <a:solidFill>
                  <a:schemeClr val="tx1"/>
                </a:solidFill>
                <a:latin typeface="Calibri Light" panose="020F0302020204030204" pitchFamily="34" charset="0"/>
              </a:defRPr>
            </a:lvl6pPr>
            <a:lvl7pPr marL="914400" algn="l" rtl="0" fontAlgn="base">
              <a:lnSpc>
                <a:spcPct val="90000"/>
              </a:lnSpc>
              <a:spcBef>
                <a:spcPct val="0"/>
              </a:spcBef>
              <a:spcAft>
                <a:spcPct val="0"/>
              </a:spcAft>
              <a:defRPr sz="4400">
                <a:solidFill>
                  <a:schemeClr val="tx1"/>
                </a:solidFill>
                <a:latin typeface="Calibri Light" panose="020F0302020204030204" pitchFamily="34" charset="0"/>
              </a:defRPr>
            </a:lvl7pPr>
            <a:lvl8pPr marL="1371600" algn="l" rtl="0" fontAlgn="base">
              <a:lnSpc>
                <a:spcPct val="90000"/>
              </a:lnSpc>
              <a:spcBef>
                <a:spcPct val="0"/>
              </a:spcBef>
              <a:spcAft>
                <a:spcPct val="0"/>
              </a:spcAft>
              <a:defRPr sz="4400">
                <a:solidFill>
                  <a:schemeClr val="tx1"/>
                </a:solidFill>
                <a:latin typeface="Calibri Light" panose="020F0302020204030204" pitchFamily="34" charset="0"/>
              </a:defRPr>
            </a:lvl8pPr>
            <a:lvl9pPr marL="1828800" algn="l" rtl="0" fontAlgn="base">
              <a:lnSpc>
                <a:spcPct val="90000"/>
              </a:lnSpc>
              <a:spcBef>
                <a:spcPct val="0"/>
              </a:spcBef>
              <a:spcAft>
                <a:spcPct val="0"/>
              </a:spcAft>
              <a:defRPr sz="4400">
                <a:solidFill>
                  <a:schemeClr val="tx1"/>
                </a:solidFill>
                <a:latin typeface="Calibri Light" panose="020F0302020204030204" pitchFamily="34" charset="0"/>
              </a:defRPr>
            </a:lvl9pPr>
          </a:lstStyle>
          <a:p>
            <a:pPr eaLnBrk="1" fontAlgn="auto" hangingPunct="1">
              <a:spcAft>
                <a:spcPts val="0"/>
              </a:spcAft>
              <a:defRPr/>
            </a:pPr>
            <a:r>
              <a:rPr lang="en-US" sz="3200" b="1" dirty="0">
                <a:solidFill>
                  <a:schemeClr val="bg1"/>
                </a:solidFill>
                <a:latin typeface="Times New Roman" pitchFamily="18" charset="0"/>
                <a:cs typeface="Times New Roman" pitchFamily="18" charset="0"/>
              </a:rPr>
              <a:t>Contents</a:t>
            </a:r>
          </a:p>
        </p:txBody>
      </p:sp>
      <p:pic>
        <p:nvPicPr>
          <p:cNvPr id="3078" name="Picture 2">
            <a:extLst>
              <a:ext uri="{FF2B5EF4-FFF2-40B4-BE49-F238E27FC236}">
                <a16:creationId xmlns:a16="http://schemas.microsoft.com/office/drawing/2014/main" id="{FB1C923F-BD40-EE05-7ADF-21F31C3FBD37}"/>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96838" y="-52388"/>
            <a:ext cx="1638300" cy="13843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079" name="Picture 4">
            <a:extLst>
              <a:ext uri="{FF2B5EF4-FFF2-40B4-BE49-F238E27FC236}">
                <a16:creationId xmlns:a16="http://schemas.microsoft.com/office/drawing/2014/main" id="{5FF734CB-E8F4-D8C0-2ECF-FC746E380082}"/>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0529888" y="-195263"/>
            <a:ext cx="1662112" cy="13843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080" name="Picture 4">
            <a:extLst>
              <a:ext uri="{FF2B5EF4-FFF2-40B4-BE49-F238E27FC236}">
                <a16:creationId xmlns:a16="http://schemas.microsoft.com/office/drawing/2014/main" id="{62EA88B3-B3B3-B2FE-8EF3-55CD98CE526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6142038"/>
            <a:ext cx="12192000" cy="7159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7">
            <a:extLst>
              <a:ext uri="{FF2B5EF4-FFF2-40B4-BE49-F238E27FC236}">
                <a16:creationId xmlns:a16="http://schemas.microsoft.com/office/drawing/2014/main" id="{5A8AE43E-55B9-8EC9-6573-61514A42E9BF}"/>
              </a:ext>
            </a:extLst>
          </p:cNvPr>
          <p:cNvSpPr>
            <a:spLocks noChangeArrowheads="1"/>
          </p:cNvSpPr>
          <p:nvPr/>
        </p:nvSpPr>
        <p:spPr bwMode="auto">
          <a:xfrm>
            <a:off x="0" y="0"/>
            <a:ext cx="12192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endParaRPr lang="en-IN" altLang="en-US" sz="1800"/>
          </a:p>
        </p:txBody>
      </p:sp>
      <p:sp>
        <p:nvSpPr>
          <p:cNvPr id="14" name="Title 1">
            <a:extLst>
              <a:ext uri="{FF2B5EF4-FFF2-40B4-BE49-F238E27FC236}">
                <a16:creationId xmlns:a16="http://schemas.microsoft.com/office/drawing/2014/main" id="{991D7E99-7EA8-671F-66D8-601B13016CB4}"/>
              </a:ext>
            </a:extLst>
          </p:cNvPr>
          <p:cNvSpPr txBox="1">
            <a:spLocks/>
          </p:cNvSpPr>
          <p:nvPr/>
        </p:nvSpPr>
        <p:spPr bwMode="auto">
          <a:xfrm>
            <a:off x="1912938" y="0"/>
            <a:ext cx="8510587" cy="639763"/>
          </a:xfrm>
          <a:prstGeom prst="rect">
            <a:avLst/>
          </a:prstGeom>
          <a:solidFill>
            <a:srgbClr val="7030A0"/>
          </a:solidFill>
          <a:ln>
            <a:solidFill>
              <a:schemeClr val="tx1"/>
            </a:solidFill>
          </a:ln>
        </p:spPr>
        <p:txBody>
          <a:bodyPr anchor="ctr">
            <a:normAutofit fontScale="97500"/>
          </a:bodyPr>
          <a:lstStyle>
            <a:lvl1pPr algn="ctr" rtl="0" eaLnBrk="0" fontAlgn="base" hangingPunct="0">
              <a:lnSpc>
                <a:spcPct val="90000"/>
              </a:lnSpc>
              <a:spcBef>
                <a:spcPct val="0"/>
              </a:spcBef>
              <a:spcAft>
                <a:spcPct val="0"/>
              </a:spcAft>
              <a:defRPr sz="6000" kern="1200">
                <a:solidFill>
                  <a:schemeClr val="tx1"/>
                </a:solidFill>
                <a:latin typeface="+mj-lt"/>
                <a:ea typeface="+mj-ea"/>
                <a:cs typeface="+mj-cs"/>
              </a:defRPr>
            </a:lvl1pPr>
            <a:lvl2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2pPr>
            <a:lvl3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3pPr>
            <a:lvl4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4pPr>
            <a:lvl5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5pPr>
            <a:lvl6pPr marL="457200" algn="l" rtl="0" fontAlgn="base">
              <a:lnSpc>
                <a:spcPct val="90000"/>
              </a:lnSpc>
              <a:spcBef>
                <a:spcPct val="0"/>
              </a:spcBef>
              <a:spcAft>
                <a:spcPct val="0"/>
              </a:spcAft>
              <a:defRPr sz="4400">
                <a:solidFill>
                  <a:schemeClr val="tx1"/>
                </a:solidFill>
                <a:latin typeface="Calibri Light" panose="020F0302020204030204" pitchFamily="34" charset="0"/>
              </a:defRPr>
            </a:lvl6pPr>
            <a:lvl7pPr marL="914400" algn="l" rtl="0" fontAlgn="base">
              <a:lnSpc>
                <a:spcPct val="90000"/>
              </a:lnSpc>
              <a:spcBef>
                <a:spcPct val="0"/>
              </a:spcBef>
              <a:spcAft>
                <a:spcPct val="0"/>
              </a:spcAft>
              <a:defRPr sz="4400">
                <a:solidFill>
                  <a:schemeClr val="tx1"/>
                </a:solidFill>
                <a:latin typeface="Calibri Light" panose="020F0302020204030204" pitchFamily="34" charset="0"/>
              </a:defRPr>
            </a:lvl7pPr>
            <a:lvl8pPr marL="1371600" algn="l" rtl="0" fontAlgn="base">
              <a:lnSpc>
                <a:spcPct val="90000"/>
              </a:lnSpc>
              <a:spcBef>
                <a:spcPct val="0"/>
              </a:spcBef>
              <a:spcAft>
                <a:spcPct val="0"/>
              </a:spcAft>
              <a:defRPr sz="4400">
                <a:solidFill>
                  <a:schemeClr val="tx1"/>
                </a:solidFill>
                <a:latin typeface="Calibri Light" panose="020F0302020204030204" pitchFamily="34" charset="0"/>
              </a:defRPr>
            </a:lvl8pPr>
            <a:lvl9pPr marL="1828800" algn="l" rtl="0" fontAlgn="base">
              <a:lnSpc>
                <a:spcPct val="90000"/>
              </a:lnSpc>
              <a:spcBef>
                <a:spcPct val="0"/>
              </a:spcBef>
              <a:spcAft>
                <a:spcPct val="0"/>
              </a:spcAft>
              <a:defRPr sz="4400">
                <a:solidFill>
                  <a:schemeClr val="tx1"/>
                </a:solidFill>
                <a:latin typeface="Calibri Light" panose="020F0302020204030204" pitchFamily="34" charset="0"/>
              </a:defRPr>
            </a:lvl9pPr>
          </a:lstStyle>
          <a:p>
            <a:pPr eaLnBrk="1" fontAlgn="auto" hangingPunct="1">
              <a:spcAft>
                <a:spcPts val="0"/>
              </a:spcAft>
              <a:defRPr/>
            </a:pPr>
            <a:r>
              <a:rPr lang="en-US" sz="3200" b="1" dirty="0">
                <a:solidFill>
                  <a:schemeClr val="bg1"/>
                </a:solidFill>
                <a:latin typeface="Times New Roman" pitchFamily="18" charset="0"/>
                <a:cs typeface="Times New Roman" pitchFamily="18" charset="0"/>
              </a:rPr>
              <a:t>Introduction</a:t>
            </a:r>
          </a:p>
        </p:txBody>
      </p:sp>
      <p:pic>
        <p:nvPicPr>
          <p:cNvPr id="4100" name="Picture 2">
            <a:extLst>
              <a:ext uri="{FF2B5EF4-FFF2-40B4-BE49-F238E27FC236}">
                <a16:creationId xmlns:a16="http://schemas.microsoft.com/office/drawing/2014/main" id="{7EC35783-DCA3-1E6E-20FC-90EDDEA4CC20}"/>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84138" y="30163"/>
            <a:ext cx="1638300" cy="1384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101" name="Picture 4">
            <a:extLst>
              <a:ext uri="{FF2B5EF4-FFF2-40B4-BE49-F238E27FC236}">
                <a16:creationId xmlns:a16="http://schemas.microsoft.com/office/drawing/2014/main" id="{5F39C816-32A4-643C-D534-146292C24D63}"/>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0529888" y="-234950"/>
            <a:ext cx="1662112" cy="1384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102" name="Picture 4">
            <a:extLst>
              <a:ext uri="{FF2B5EF4-FFF2-40B4-BE49-F238E27FC236}">
                <a16:creationId xmlns:a16="http://schemas.microsoft.com/office/drawing/2014/main" id="{E932AE5A-F890-7D79-29BA-71A02022AD3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6142038"/>
            <a:ext cx="12192000" cy="7159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TextBox 1">
            <a:extLst>
              <a:ext uri="{FF2B5EF4-FFF2-40B4-BE49-F238E27FC236}">
                <a16:creationId xmlns:a16="http://schemas.microsoft.com/office/drawing/2014/main" id="{012035D6-7DF7-5CD5-3FFB-C6B29CA52A38}"/>
              </a:ext>
            </a:extLst>
          </p:cNvPr>
          <p:cNvSpPr/>
          <p:nvPr/>
        </p:nvSpPr>
        <p:spPr>
          <a:xfrm>
            <a:off x="1841500" y="1328738"/>
            <a:ext cx="8509000" cy="4200525"/>
          </a:xfrm>
          <a:prstGeom prst="rect">
            <a:avLst/>
          </a:prstGeom>
          <a:noFill/>
          <a:ln w="0">
            <a:noFill/>
          </a:ln>
        </p:spPr>
        <p:style>
          <a:lnRef idx="0">
            <a:scrgbClr r="0" g="0" b="0"/>
          </a:lnRef>
          <a:fillRef idx="0">
            <a:scrgbClr r="0" g="0" b="0"/>
          </a:fillRef>
          <a:effectRef idx="0">
            <a:scrgbClr r="0" g="0" b="0"/>
          </a:effectRef>
          <a:fontRef idx="minor"/>
        </p:style>
        <p:txBody>
          <a:bodyPr lIns="90000" tIns="46800" rIns="90000" bIns="4680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just">
              <a:lnSpc>
                <a:spcPct val="15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lang="en-US" spc="-1" dirty="0">
                <a:solidFill>
                  <a:srgbClr val="000000"/>
                </a:solidFill>
                <a:latin typeface="Times New Roman"/>
                <a:ea typeface="Times New Roman"/>
              </a:rPr>
              <a:t>Aircraft maintenance is one of the most critical aspects of aviation safety, where unexpected component failures can lead to increased operational costs, flight delays, and safety risks. Traditional maintenance methods are either scheduled at fixed intervals or performed after a fault occurs, which may result in unnecessary maintenance or unexpected failures. This project proposes an AI-powered Aircraft Predictive Maintenance and Decision Support System that predicts the Remaining Useful Life (RUL) of aircraft components and assists maintenance teams with intelligent maintenance prioritization, scheduling, and recommendations. By combining machine learning with a real-time monitoring dashboard, the system aims to improve aircraft reliability, reduce maintenance costs, and support proactive maintenance decisions.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7">
            <a:extLst>
              <a:ext uri="{FF2B5EF4-FFF2-40B4-BE49-F238E27FC236}">
                <a16:creationId xmlns:a16="http://schemas.microsoft.com/office/drawing/2014/main" id="{4AEECA00-6C4E-DD44-2A6E-8FE1BEF5E5A6}"/>
              </a:ext>
            </a:extLst>
          </p:cNvPr>
          <p:cNvSpPr>
            <a:spLocks noChangeArrowheads="1"/>
          </p:cNvSpPr>
          <p:nvPr/>
        </p:nvSpPr>
        <p:spPr bwMode="auto">
          <a:xfrm>
            <a:off x="0" y="0"/>
            <a:ext cx="12192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endParaRPr lang="en-IN" altLang="en-US" sz="1800"/>
          </a:p>
        </p:txBody>
      </p:sp>
      <p:sp>
        <p:nvSpPr>
          <p:cNvPr id="13" name="Title 1">
            <a:extLst>
              <a:ext uri="{FF2B5EF4-FFF2-40B4-BE49-F238E27FC236}">
                <a16:creationId xmlns:a16="http://schemas.microsoft.com/office/drawing/2014/main" id="{BD76E09A-845B-B6A4-988B-893E4F63130C}"/>
              </a:ext>
            </a:extLst>
          </p:cNvPr>
          <p:cNvSpPr txBox="1">
            <a:spLocks/>
          </p:cNvSpPr>
          <p:nvPr/>
        </p:nvSpPr>
        <p:spPr bwMode="auto">
          <a:xfrm>
            <a:off x="1955800" y="0"/>
            <a:ext cx="8467725" cy="639763"/>
          </a:xfrm>
          <a:prstGeom prst="rect">
            <a:avLst/>
          </a:prstGeom>
          <a:solidFill>
            <a:srgbClr val="7030A0"/>
          </a:solidFill>
          <a:ln>
            <a:solidFill>
              <a:schemeClr val="tx1"/>
            </a:solidFill>
          </a:ln>
        </p:spPr>
        <p:txBody>
          <a:bodyPr anchor="ctr">
            <a:normAutofit fontScale="97500"/>
          </a:bodyPr>
          <a:lstStyle>
            <a:lvl1pPr algn="ctr" rtl="0" eaLnBrk="0" fontAlgn="base" hangingPunct="0">
              <a:lnSpc>
                <a:spcPct val="90000"/>
              </a:lnSpc>
              <a:spcBef>
                <a:spcPct val="0"/>
              </a:spcBef>
              <a:spcAft>
                <a:spcPct val="0"/>
              </a:spcAft>
              <a:defRPr sz="6000" kern="1200">
                <a:solidFill>
                  <a:schemeClr val="tx1"/>
                </a:solidFill>
                <a:latin typeface="+mj-lt"/>
                <a:ea typeface="+mj-ea"/>
                <a:cs typeface="+mj-cs"/>
              </a:defRPr>
            </a:lvl1pPr>
            <a:lvl2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2pPr>
            <a:lvl3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3pPr>
            <a:lvl4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4pPr>
            <a:lvl5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5pPr>
            <a:lvl6pPr marL="457200" algn="l" rtl="0" fontAlgn="base">
              <a:lnSpc>
                <a:spcPct val="90000"/>
              </a:lnSpc>
              <a:spcBef>
                <a:spcPct val="0"/>
              </a:spcBef>
              <a:spcAft>
                <a:spcPct val="0"/>
              </a:spcAft>
              <a:defRPr sz="4400">
                <a:solidFill>
                  <a:schemeClr val="tx1"/>
                </a:solidFill>
                <a:latin typeface="Calibri Light" panose="020F0302020204030204" pitchFamily="34" charset="0"/>
              </a:defRPr>
            </a:lvl6pPr>
            <a:lvl7pPr marL="914400" algn="l" rtl="0" fontAlgn="base">
              <a:lnSpc>
                <a:spcPct val="90000"/>
              </a:lnSpc>
              <a:spcBef>
                <a:spcPct val="0"/>
              </a:spcBef>
              <a:spcAft>
                <a:spcPct val="0"/>
              </a:spcAft>
              <a:defRPr sz="4400">
                <a:solidFill>
                  <a:schemeClr val="tx1"/>
                </a:solidFill>
                <a:latin typeface="Calibri Light" panose="020F0302020204030204" pitchFamily="34" charset="0"/>
              </a:defRPr>
            </a:lvl7pPr>
            <a:lvl8pPr marL="1371600" algn="l" rtl="0" fontAlgn="base">
              <a:lnSpc>
                <a:spcPct val="90000"/>
              </a:lnSpc>
              <a:spcBef>
                <a:spcPct val="0"/>
              </a:spcBef>
              <a:spcAft>
                <a:spcPct val="0"/>
              </a:spcAft>
              <a:defRPr sz="4400">
                <a:solidFill>
                  <a:schemeClr val="tx1"/>
                </a:solidFill>
                <a:latin typeface="Calibri Light" panose="020F0302020204030204" pitchFamily="34" charset="0"/>
              </a:defRPr>
            </a:lvl8pPr>
            <a:lvl9pPr marL="1828800" algn="l" rtl="0" fontAlgn="base">
              <a:lnSpc>
                <a:spcPct val="90000"/>
              </a:lnSpc>
              <a:spcBef>
                <a:spcPct val="0"/>
              </a:spcBef>
              <a:spcAft>
                <a:spcPct val="0"/>
              </a:spcAft>
              <a:defRPr sz="4400">
                <a:solidFill>
                  <a:schemeClr val="tx1"/>
                </a:solidFill>
                <a:latin typeface="Calibri Light" panose="020F0302020204030204" pitchFamily="34" charset="0"/>
              </a:defRPr>
            </a:lvl9pPr>
          </a:lstStyle>
          <a:p>
            <a:pPr eaLnBrk="1" fontAlgn="auto" hangingPunct="1">
              <a:spcAft>
                <a:spcPts val="0"/>
              </a:spcAft>
              <a:defRPr/>
            </a:pPr>
            <a:r>
              <a:rPr lang="en-US" sz="3200" b="1" dirty="0">
                <a:solidFill>
                  <a:schemeClr val="bg1"/>
                </a:solidFill>
                <a:latin typeface="Times New Roman" pitchFamily="18" charset="0"/>
                <a:cs typeface="Times New Roman" pitchFamily="18" charset="0"/>
              </a:rPr>
              <a:t>Problem Statement</a:t>
            </a:r>
          </a:p>
        </p:txBody>
      </p:sp>
      <p:pic>
        <p:nvPicPr>
          <p:cNvPr id="5124" name="Picture 2">
            <a:extLst>
              <a:ext uri="{FF2B5EF4-FFF2-40B4-BE49-F238E27FC236}">
                <a16:creationId xmlns:a16="http://schemas.microsoft.com/office/drawing/2014/main" id="{FC2DA691-76C2-8C32-4326-964A2D241FC1}"/>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34925" y="63500"/>
            <a:ext cx="1638300" cy="1384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125" name="Picture 4">
            <a:extLst>
              <a:ext uri="{FF2B5EF4-FFF2-40B4-BE49-F238E27FC236}">
                <a16:creationId xmlns:a16="http://schemas.microsoft.com/office/drawing/2014/main" id="{88BD30CF-9E58-6A14-7DC6-D60BC53CE8EE}"/>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0529888" y="-203200"/>
            <a:ext cx="1662112" cy="1384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126" name="Picture 4">
            <a:extLst>
              <a:ext uri="{FF2B5EF4-FFF2-40B4-BE49-F238E27FC236}">
                <a16:creationId xmlns:a16="http://schemas.microsoft.com/office/drawing/2014/main" id="{F3D80BA8-D765-DD67-1ED3-8CDBD597D1C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6142038"/>
            <a:ext cx="12192000" cy="7159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TextBox 7">
            <a:extLst>
              <a:ext uri="{FF2B5EF4-FFF2-40B4-BE49-F238E27FC236}">
                <a16:creationId xmlns:a16="http://schemas.microsoft.com/office/drawing/2014/main" id="{FB2D7110-19C0-8D52-15BC-951F11080D86}"/>
              </a:ext>
            </a:extLst>
          </p:cNvPr>
          <p:cNvSpPr/>
          <p:nvPr/>
        </p:nvSpPr>
        <p:spPr>
          <a:xfrm>
            <a:off x="1808163" y="2160588"/>
            <a:ext cx="8575675" cy="2536825"/>
          </a:xfrm>
          <a:prstGeom prst="rect">
            <a:avLst/>
          </a:prstGeom>
          <a:noFill/>
          <a:ln w="0">
            <a:noFill/>
          </a:ln>
        </p:spPr>
        <p:style>
          <a:lnRef idx="0">
            <a:scrgbClr r="0" g="0" b="0"/>
          </a:lnRef>
          <a:fillRef idx="0">
            <a:scrgbClr r="0" g="0" b="0"/>
          </a:fillRef>
          <a:effectRef idx="0">
            <a:scrgbClr r="0" g="0" b="0"/>
          </a:effectRef>
          <a:fontRef idx="minor"/>
        </p:style>
        <p:txBody>
          <a:bodyPr lIns="90000" tIns="46800" rIns="90000" bIns="4680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5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lang="en-US" spc="-1" dirty="0">
                <a:solidFill>
                  <a:srgbClr val="000000"/>
                </a:solidFill>
                <a:latin typeface="Times New Roman"/>
                <a:ea typeface="Times New Roman"/>
              </a:rPr>
              <a:t>Current aircraft predictive maintenance systems mainly focus on predicting component failures or Remaining Useful Life (RUL) but provide limited support for maintenance planning and decision-making. This can lead to inefficient maintenance scheduling, increased operational costs, and unexpected downtime. Therefore, an intelligent decision support system is needed to assist engineers with maintenance prioritization, recommendations, and real-time monitoring.</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7">
            <a:extLst>
              <a:ext uri="{FF2B5EF4-FFF2-40B4-BE49-F238E27FC236}">
                <a16:creationId xmlns:a16="http://schemas.microsoft.com/office/drawing/2014/main" id="{F674BC97-37C1-9195-E818-0C5DDC7FEA80}"/>
              </a:ext>
            </a:extLst>
          </p:cNvPr>
          <p:cNvSpPr>
            <a:spLocks noChangeArrowheads="1"/>
          </p:cNvSpPr>
          <p:nvPr/>
        </p:nvSpPr>
        <p:spPr bwMode="auto">
          <a:xfrm>
            <a:off x="0" y="0"/>
            <a:ext cx="12192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endParaRPr lang="en-IN" altLang="en-US" sz="1800"/>
          </a:p>
        </p:txBody>
      </p:sp>
      <p:sp>
        <p:nvSpPr>
          <p:cNvPr id="13" name="Title 1">
            <a:extLst>
              <a:ext uri="{FF2B5EF4-FFF2-40B4-BE49-F238E27FC236}">
                <a16:creationId xmlns:a16="http://schemas.microsoft.com/office/drawing/2014/main" id="{5D0527EE-A7E2-3D53-201C-30D52A364EBA}"/>
              </a:ext>
            </a:extLst>
          </p:cNvPr>
          <p:cNvSpPr txBox="1">
            <a:spLocks/>
          </p:cNvSpPr>
          <p:nvPr/>
        </p:nvSpPr>
        <p:spPr bwMode="auto">
          <a:xfrm>
            <a:off x="1955800" y="0"/>
            <a:ext cx="8467725" cy="639763"/>
          </a:xfrm>
          <a:prstGeom prst="rect">
            <a:avLst/>
          </a:prstGeom>
          <a:solidFill>
            <a:srgbClr val="7030A0"/>
          </a:solidFill>
          <a:ln>
            <a:solidFill>
              <a:schemeClr val="tx1"/>
            </a:solidFill>
          </a:ln>
        </p:spPr>
        <p:txBody>
          <a:bodyPr anchor="ctr">
            <a:normAutofit fontScale="97500"/>
          </a:bodyPr>
          <a:lstStyle>
            <a:lvl1pPr algn="ctr" rtl="0" eaLnBrk="0" fontAlgn="base" hangingPunct="0">
              <a:lnSpc>
                <a:spcPct val="90000"/>
              </a:lnSpc>
              <a:spcBef>
                <a:spcPct val="0"/>
              </a:spcBef>
              <a:spcAft>
                <a:spcPct val="0"/>
              </a:spcAft>
              <a:defRPr sz="6000" kern="1200">
                <a:solidFill>
                  <a:schemeClr val="tx1"/>
                </a:solidFill>
                <a:latin typeface="+mj-lt"/>
                <a:ea typeface="+mj-ea"/>
                <a:cs typeface="+mj-cs"/>
              </a:defRPr>
            </a:lvl1pPr>
            <a:lvl2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2pPr>
            <a:lvl3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3pPr>
            <a:lvl4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4pPr>
            <a:lvl5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5pPr>
            <a:lvl6pPr marL="457200" algn="l" rtl="0" fontAlgn="base">
              <a:lnSpc>
                <a:spcPct val="90000"/>
              </a:lnSpc>
              <a:spcBef>
                <a:spcPct val="0"/>
              </a:spcBef>
              <a:spcAft>
                <a:spcPct val="0"/>
              </a:spcAft>
              <a:defRPr sz="4400">
                <a:solidFill>
                  <a:schemeClr val="tx1"/>
                </a:solidFill>
                <a:latin typeface="Calibri Light" panose="020F0302020204030204" pitchFamily="34" charset="0"/>
              </a:defRPr>
            </a:lvl6pPr>
            <a:lvl7pPr marL="914400" algn="l" rtl="0" fontAlgn="base">
              <a:lnSpc>
                <a:spcPct val="90000"/>
              </a:lnSpc>
              <a:spcBef>
                <a:spcPct val="0"/>
              </a:spcBef>
              <a:spcAft>
                <a:spcPct val="0"/>
              </a:spcAft>
              <a:defRPr sz="4400">
                <a:solidFill>
                  <a:schemeClr val="tx1"/>
                </a:solidFill>
                <a:latin typeface="Calibri Light" panose="020F0302020204030204" pitchFamily="34" charset="0"/>
              </a:defRPr>
            </a:lvl7pPr>
            <a:lvl8pPr marL="1371600" algn="l" rtl="0" fontAlgn="base">
              <a:lnSpc>
                <a:spcPct val="90000"/>
              </a:lnSpc>
              <a:spcBef>
                <a:spcPct val="0"/>
              </a:spcBef>
              <a:spcAft>
                <a:spcPct val="0"/>
              </a:spcAft>
              <a:defRPr sz="4400">
                <a:solidFill>
                  <a:schemeClr val="tx1"/>
                </a:solidFill>
                <a:latin typeface="Calibri Light" panose="020F0302020204030204" pitchFamily="34" charset="0"/>
              </a:defRPr>
            </a:lvl8pPr>
            <a:lvl9pPr marL="1828800" algn="l" rtl="0" fontAlgn="base">
              <a:lnSpc>
                <a:spcPct val="90000"/>
              </a:lnSpc>
              <a:spcBef>
                <a:spcPct val="0"/>
              </a:spcBef>
              <a:spcAft>
                <a:spcPct val="0"/>
              </a:spcAft>
              <a:defRPr sz="4400">
                <a:solidFill>
                  <a:schemeClr val="tx1"/>
                </a:solidFill>
                <a:latin typeface="Calibri Light" panose="020F0302020204030204" pitchFamily="34" charset="0"/>
              </a:defRPr>
            </a:lvl9pPr>
          </a:lstStyle>
          <a:p>
            <a:pPr eaLnBrk="1" fontAlgn="auto" hangingPunct="1">
              <a:spcAft>
                <a:spcPts val="0"/>
              </a:spcAft>
              <a:defRPr/>
            </a:pPr>
            <a:r>
              <a:rPr lang="en-US" sz="3200" b="1" dirty="0">
                <a:solidFill>
                  <a:schemeClr val="bg1"/>
                </a:solidFill>
                <a:latin typeface="Times New Roman" pitchFamily="18" charset="0"/>
                <a:cs typeface="Times New Roman" pitchFamily="18" charset="0"/>
              </a:rPr>
              <a:t>Objectives</a:t>
            </a:r>
          </a:p>
        </p:txBody>
      </p:sp>
      <p:pic>
        <p:nvPicPr>
          <p:cNvPr id="6148" name="Picture 2">
            <a:extLst>
              <a:ext uri="{FF2B5EF4-FFF2-40B4-BE49-F238E27FC236}">
                <a16:creationId xmlns:a16="http://schemas.microsoft.com/office/drawing/2014/main" id="{86B0B7BE-758F-8D5A-A148-3C5B3992EF28}"/>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34925" y="63500"/>
            <a:ext cx="1638300" cy="1384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149" name="Picture 4">
            <a:extLst>
              <a:ext uri="{FF2B5EF4-FFF2-40B4-BE49-F238E27FC236}">
                <a16:creationId xmlns:a16="http://schemas.microsoft.com/office/drawing/2014/main" id="{4D50A148-CA45-3B7B-AE49-91170D56CF86}"/>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0529888" y="-203200"/>
            <a:ext cx="1662112" cy="1384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150" name="Picture 4">
            <a:extLst>
              <a:ext uri="{FF2B5EF4-FFF2-40B4-BE49-F238E27FC236}">
                <a16:creationId xmlns:a16="http://schemas.microsoft.com/office/drawing/2014/main" id="{22B17657-7AD4-151A-CC6C-F94EEBC3617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6142038"/>
            <a:ext cx="12192000" cy="7159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TextBox 7">
            <a:extLst>
              <a:ext uri="{FF2B5EF4-FFF2-40B4-BE49-F238E27FC236}">
                <a16:creationId xmlns:a16="http://schemas.microsoft.com/office/drawing/2014/main" id="{878D21CD-3158-F716-39AF-10F87528E065}"/>
              </a:ext>
            </a:extLst>
          </p:cNvPr>
          <p:cNvSpPr/>
          <p:nvPr/>
        </p:nvSpPr>
        <p:spPr>
          <a:xfrm>
            <a:off x="1855787" y="1883127"/>
            <a:ext cx="8667750" cy="3091745"/>
          </a:xfrm>
          <a:prstGeom prst="rect">
            <a:avLst/>
          </a:prstGeom>
          <a:noFill/>
          <a:ln w="0">
            <a:noFill/>
          </a:ln>
        </p:spPr>
        <p:style>
          <a:lnRef idx="0">
            <a:scrgbClr r="0" g="0" b="0"/>
          </a:lnRef>
          <a:fillRef idx="0">
            <a:scrgbClr r="0" g="0" b="0"/>
          </a:fillRef>
          <a:effectRef idx="0">
            <a:scrgbClr r="0" g="0" b="0"/>
          </a:effectRef>
          <a:fontRef idx="minor"/>
        </p:style>
        <p:txBody>
          <a:bodyPr lIns="90000" tIns="46800" rIns="90000" bIns="4680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342900" indent="-342900" algn="just">
              <a:lnSpc>
                <a:spcPct val="150000"/>
              </a:lnSpc>
              <a:buFont typeface="+mj-lt"/>
              <a:buAutoNum type="arabicPeriod"/>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lang="en-US" dirty="0">
                <a:latin typeface="Times New Roman" panose="02020603050405020304" pitchFamily="18" charset="0"/>
                <a:cs typeface="Times New Roman" panose="02020603050405020304" pitchFamily="18" charset="0"/>
              </a:rPr>
              <a:t>To develop a machine learning-based predictive maintenance system for five major aircraft subsystems.</a:t>
            </a:r>
          </a:p>
          <a:p>
            <a:pPr marL="342900" indent="-342900" algn="just">
              <a:lnSpc>
                <a:spcPct val="150000"/>
              </a:lnSpc>
              <a:buFont typeface="+mj-lt"/>
              <a:buAutoNum type="arabicPeriod"/>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lang="en-US" dirty="0">
                <a:latin typeface="Times New Roman" panose="02020603050405020304" pitchFamily="18" charset="0"/>
                <a:cs typeface="Times New Roman" panose="02020603050405020304" pitchFamily="18" charset="0"/>
              </a:rPr>
              <a:t>To use subsystem-specific sensor data to predict RUL, SOH, and abnormal/fault conditions.</a:t>
            </a:r>
          </a:p>
          <a:p>
            <a:pPr marL="342900" indent="-342900" algn="just">
              <a:lnSpc>
                <a:spcPct val="100000"/>
              </a:lnSpc>
              <a:buFont typeface="+mj-lt"/>
              <a:buAutoNum type="arabicPeriod"/>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lang="en-US" dirty="0">
                <a:latin typeface="Times New Roman" panose="02020603050405020304" pitchFamily="18" charset="0"/>
                <a:cs typeface="Times New Roman" panose="02020603050405020304" pitchFamily="18" charset="0"/>
              </a:rPr>
              <a:t>To integrate Engine, Battery, Hydraulic, Fuel, and Landing Gear into a unified system with </a:t>
            </a:r>
            <a:r>
              <a:rPr lang="en-US" dirty="0" err="1">
                <a:latin typeface="Times New Roman" panose="02020603050405020304" pitchFamily="18" charset="0"/>
                <a:cs typeface="Times New Roman" panose="02020603050405020304" pitchFamily="18" charset="0"/>
              </a:rPr>
              <a:t>FastAPI</a:t>
            </a:r>
            <a:r>
              <a:rPr lang="en-US" dirty="0">
                <a:latin typeface="Times New Roman" panose="02020603050405020304" pitchFamily="18" charset="0"/>
                <a:cs typeface="Times New Roman" panose="02020603050405020304" pitchFamily="18" charset="0"/>
              </a:rPr>
              <a:t> and a React dashboard.</a:t>
            </a:r>
          </a:p>
          <a:p>
            <a:pPr marL="342900" indent="-342900" algn="just">
              <a:lnSpc>
                <a:spcPct val="150000"/>
              </a:lnSpc>
              <a:buFont typeface="+mj-lt"/>
              <a:buAutoNum type="arabicPeriod"/>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lang="en-US" dirty="0">
                <a:latin typeface="Times New Roman" panose="02020603050405020304" pitchFamily="18" charset="0"/>
                <a:cs typeface="Times New Roman" panose="02020603050405020304" pitchFamily="18" charset="0"/>
              </a:rPr>
              <a:t>To convert model predictions into maintenance recommendations and priority levels using simulated real-time data.</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7">
            <a:extLst>
              <a:ext uri="{FF2B5EF4-FFF2-40B4-BE49-F238E27FC236}">
                <a16:creationId xmlns:a16="http://schemas.microsoft.com/office/drawing/2014/main" id="{BE5285E9-3257-A1E0-724E-56B832B3B677}"/>
              </a:ext>
            </a:extLst>
          </p:cNvPr>
          <p:cNvSpPr>
            <a:spLocks noChangeArrowheads="1"/>
          </p:cNvSpPr>
          <p:nvPr/>
        </p:nvSpPr>
        <p:spPr bwMode="auto">
          <a:xfrm>
            <a:off x="0" y="0"/>
            <a:ext cx="12192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endParaRPr lang="en-IN" altLang="en-US" sz="1800"/>
          </a:p>
        </p:txBody>
      </p:sp>
      <p:graphicFrame>
        <p:nvGraphicFramePr>
          <p:cNvPr id="2" name="Table 1">
            <a:extLst>
              <a:ext uri="{FF2B5EF4-FFF2-40B4-BE49-F238E27FC236}">
                <a16:creationId xmlns:a16="http://schemas.microsoft.com/office/drawing/2014/main" id="{03524152-CF88-CA47-6281-8BFB469ECDDB}"/>
              </a:ext>
            </a:extLst>
          </p:cNvPr>
          <p:cNvGraphicFramePr>
            <a:graphicFrameLocks noGrp="1"/>
          </p:cNvGraphicFramePr>
          <p:nvPr>
            <p:extLst>
              <p:ext uri="{D42A27DB-BD31-4B8C-83A1-F6EECF244321}">
                <p14:modId xmlns:p14="http://schemas.microsoft.com/office/powerpoint/2010/main" val="1933126294"/>
              </p:ext>
            </p:extLst>
          </p:nvPr>
        </p:nvGraphicFramePr>
        <p:xfrm>
          <a:off x="0" y="1645896"/>
          <a:ext cx="12192000" cy="3566208"/>
        </p:xfrm>
        <a:graphic>
          <a:graphicData uri="http://schemas.openxmlformats.org/drawingml/2006/table">
            <a:tbl>
              <a:tblPr firstRow="1" bandRow="1">
                <a:tableStyleId>{21E4AEA4-8DFA-4A89-87EB-49C32662AFE0}</a:tableStyleId>
              </a:tblPr>
              <a:tblGrid>
                <a:gridCol w="700000">
                  <a:extLst>
                    <a:ext uri="{9D8B030D-6E8A-4147-A177-3AD203B41FA5}">
                      <a16:colId xmlns:a16="http://schemas.microsoft.com/office/drawing/2014/main" val="20000"/>
                    </a:ext>
                  </a:extLst>
                </a:gridCol>
                <a:gridCol w="4200000">
                  <a:extLst>
                    <a:ext uri="{9D8B030D-6E8A-4147-A177-3AD203B41FA5}">
                      <a16:colId xmlns:a16="http://schemas.microsoft.com/office/drawing/2014/main" val="20001"/>
                    </a:ext>
                  </a:extLst>
                </a:gridCol>
                <a:gridCol w="2200000">
                  <a:extLst>
                    <a:ext uri="{9D8B030D-6E8A-4147-A177-3AD203B41FA5}">
                      <a16:colId xmlns:a16="http://schemas.microsoft.com/office/drawing/2014/main" val="20002"/>
                    </a:ext>
                  </a:extLst>
                </a:gridCol>
                <a:gridCol w="5092000">
                  <a:extLst>
                    <a:ext uri="{9D8B030D-6E8A-4147-A177-3AD203B41FA5}">
                      <a16:colId xmlns:a16="http://schemas.microsoft.com/office/drawing/2014/main" val="20003"/>
                    </a:ext>
                  </a:extLst>
                </a:gridCol>
              </a:tblGrid>
              <a:tr h="450553">
                <a:tc>
                  <a:txBody>
                    <a:bodyPr/>
                    <a:lstStyle/>
                    <a:p>
                      <a:pPr algn="ctr"/>
                      <a:r>
                        <a:rPr lang="en-US" sz="1800" dirty="0">
                          <a:solidFill>
                            <a:schemeClr val="bg1"/>
                          </a:solidFill>
                          <a:latin typeface="Times New Roman" panose="02020603050405020304" pitchFamily="18" charset="0"/>
                          <a:cs typeface="Times New Roman" panose="02020603050405020304" pitchFamily="18" charset="0"/>
                        </a:rPr>
                        <a:t>Sr. No.</a:t>
                      </a:r>
                    </a:p>
                  </a:txBody>
                  <a:tcPr marL="91439" marR="91439" marT="45728" marB="4572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60000"/>
                        <a:lumOff val="40000"/>
                      </a:schemeClr>
                    </a:solidFill>
                  </a:tcPr>
                </a:tc>
                <a:tc>
                  <a:txBody>
                    <a:bodyPr/>
                    <a:lstStyle/>
                    <a:p>
                      <a:pPr algn="ctr"/>
                      <a:r>
                        <a:rPr lang="en-US" sz="1800" dirty="0">
                          <a:solidFill>
                            <a:schemeClr val="bg1"/>
                          </a:solidFill>
                          <a:latin typeface="Times New Roman" panose="02020603050405020304" pitchFamily="18" charset="0"/>
                          <a:cs typeface="Times New Roman" panose="02020603050405020304" pitchFamily="18" charset="0"/>
                        </a:rPr>
                        <a:t>Paper</a:t>
                      </a:r>
                      <a:r>
                        <a:rPr lang="en-US" sz="1800" baseline="0" dirty="0">
                          <a:solidFill>
                            <a:schemeClr val="bg1"/>
                          </a:solidFill>
                          <a:latin typeface="Times New Roman" panose="02020603050405020304" pitchFamily="18" charset="0"/>
                          <a:cs typeface="Times New Roman" panose="02020603050405020304" pitchFamily="18" charset="0"/>
                        </a:rPr>
                        <a:t> Title and Year</a:t>
                      </a:r>
                      <a:endParaRPr lang="en-US" sz="1800" dirty="0">
                        <a:solidFill>
                          <a:schemeClr val="bg1"/>
                        </a:solidFill>
                        <a:latin typeface="Times New Roman" panose="02020603050405020304" pitchFamily="18" charset="0"/>
                        <a:cs typeface="Times New Roman" panose="02020603050405020304" pitchFamily="18" charset="0"/>
                      </a:endParaRPr>
                    </a:p>
                  </a:txBody>
                  <a:tcPr marL="91439" marR="91439" marT="45728" marB="4572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60000"/>
                        <a:lumOff val="40000"/>
                      </a:schemeClr>
                    </a:solidFill>
                  </a:tcPr>
                </a:tc>
                <a:tc>
                  <a:txBody>
                    <a:bodyPr/>
                    <a:lstStyle/>
                    <a:p>
                      <a:pPr algn="ctr"/>
                      <a:r>
                        <a:rPr lang="en-US" sz="1800" dirty="0">
                          <a:solidFill>
                            <a:schemeClr val="bg1"/>
                          </a:solidFill>
                          <a:latin typeface="Times New Roman" panose="02020603050405020304" pitchFamily="18" charset="0"/>
                          <a:cs typeface="Times New Roman" panose="02020603050405020304" pitchFamily="18" charset="0"/>
                        </a:rPr>
                        <a:t>Details of Publication</a:t>
                      </a:r>
                    </a:p>
                  </a:txBody>
                  <a:tcPr marL="91439" marR="91439" marT="45728" marB="4572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60000"/>
                        <a:lumOff val="40000"/>
                      </a:schemeClr>
                    </a:solidFill>
                  </a:tcPr>
                </a:tc>
                <a:tc>
                  <a:txBody>
                    <a:bodyPr/>
                    <a:lstStyle/>
                    <a:p>
                      <a:pPr algn="ctr"/>
                      <a:r>
                        <a:rPr lang="en-US" sz="1800" dirty="0">
                          <a:solidFill>
                            <a:schemeClr val="bg1"/>
                          </a:solidFill>
                          <a:latin typeface="Times New Roman" panose="02020603050405020304" pitchFamily="18" charset="0"/>
                          <a:cs typeface="Times New Roman" panose="02020603050405020304" pitchFamily="18" charset="0"/>
                        </a:rPr>
                        <a:t>Findings</a:t>
                      </a:r>
                    </a:p>
                  </a:txBody>
                  <a:tcPr marL="91439" marR="91439" marT="45728" marB="4572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60000"/>
                        <a:lumOff val="40000"/>
                      </a:schemeClr>
                    </a:solidFill>
                  </a:tcPr>
                </a:tc>
                <a:extLst>
                  <a:ext uri="{0D108BD9-81ED-4DB2-BD59-A6C34878D82A}">
                    <a16:rowId xmlns:a16="http://schemas.microsoft.com/office/drawing/2014/main" val="10000"/>
                  </a:ext>
                </a:extLst>
              </a:tr>
              <a:tr h="1029822">
                <a:tc>
                  <a:txBody>
                    <a:bodyPr/>
                    <a:lstStyle/>
                    <a:p>
                      <a:pPr algn="ctr"/>
                      <a:r>
                        <a:rPr lang="en-US" sz="1800" kern="1200" dirty="0">
                          <a:solidFill>
                            <a:schemeClr val="tx1"/>
                          </a:solidFill>
                          <a:latin typeface="Times New Roman" panose="02020603050405020304" pitchFamily="18" charset="0"/>
                          <a:ea typeface="+mn-ea"/>
                          <a:cs typeface="Times New Roman" panose="02020603050405020304" pitchFamily="18" charset="0"/>
                        </a:rPr>
                        <a:t>1</a:t>
                      </a:r>
                    </a:p>
                  </a:txBody>
                  <a:tcPr marL="91439" marR="91439" marT="45728" marB="4572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40000"/>
                        <a:lumOff val="60000"/>
                      </a:schemeClr>
                    </a:solidFill>
                  </a:tcPr>
                </a:tc>
                <a:tc>
                  <a:txBody>
                    <a:bodyPr/>
                    <a:lstStyle/>
                    <a:p>
                      <a:pPr algn="l"/>
                      <a:r>
                        <a:rPr lang="en-US" sz="1800" kern="1200" dirty="0">
                          <a:solidFill>
                            <a:schemeClr val="tx1"/>
                          </a:solidFill>
                          <a:latin typeface="Times New Roman" panose="02020603050405020304" pitchFamily="18" charset="0"/>
                          <a:ea typeface="+mn-ea"/>
                          <a:cs typeface="Times New Roman" panose="02020603050405020304" pitchFamily="18" charset="0"/>
                        </a:rPr>
                        <a:t>Maintainability Improvement in Ageing Aircraft: A Critical Review of Evolving Strategies (2025)</a:t>
                      </a:r>
                    </a:p>
                  </a:txBody>
                  <a:tcPr marL="91439" marR="91439" marT="45728" marB="4572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40000"/>
                        <a:lumOff val="60000"/>
                      </a:schemeClr>
                    </a:solidFill>
                  </a:tcPr>
                </a:tc>
                <a:tc>
                  <a:txBody>
                    <a:bodyPr/>
                    <a:lstStyle/>
                    <a:p>
                      <a:pPr algn="l"/>
                      <a:r>
                        <a:rPr lang="en-US" sz="1800" kern="1200" dirty="0">
                          <a:solidFill>
                            <a:schemeClr val="tx1"/>
                          </a:solidFill>
                          <a:latin typeface="Times New Roman" panose="02020603050405020304" pitchFamily="18" charset="0"/>
                          <a:ea typeface="+mn-ea"/>
                          <a:cs typeface="Times New Roman" panose="02020603050405020304" pitchFamily="18" charset="0"/>
                        </a:rPr>
                        <a:t>Systems Engineering, Wiley (ISSN 1520-6858)</a:t>
                      </a:r>
                    </a:p>
                  </a:txBody>
                  <a:tcPr marL="91439" marR="91439" marT="45728" marB="4572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40000"/>
                        <a:lumOff val="60000"/>
                      </a:schemeClr>
                    </a:solidFill>
                  </a:tcPr>
                </a:tc>
                <a:tc>
                  <a:txBody>
                    <a:bodyPr/>
                    <a:lstStyle/>
                    <a:p>
                      <a:pPr algn="l"/>
                      <a:r>
                        <a:rPr lang="en-US" sz="1800" kern="1200" dirty="0">
                          <a:solidFill>
                            <a:schemeClr val="tx1"/>
                          </a:solidFill>
                          <a:latin typeface="Times New Roman" panose="02020603050405020304" pitchFamily="18" charset="0"/>
                          <a:ea typeface="+mn-ea"/>
                          <a:cs typeface="Times New Roman" panose="02020603050405020304" pitchFamily="18" charset="0"/>
                        </a:rPr>
                        <a:t>A review of aircraft predictive-maintenance research found that most studies focus on aircraft engines because data for other aircraft systems is limited. It highlights the need for AI, IoT, and digital twins to improve maintenance automation and efficiency.</a:t>
                      </a:r>
                    </a:p>
                  </a:txBody>
                  <a:tcPr marL="91439" marR="91439" marT="45728" marB="4572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40000"/>
                        <a:lumOff val="60000"/>
                      </a:schemeClr>
                    </a:solidFill>
                  </a:tcPr>
                </a:tc>
                <a:extLst>
                  <a:ext uri="{0D108BD9-81ED-4DB2-BD59-A6C34878D82A}">
                    <a16:rowId xmlns:a16="http://schemas.microsoft.com/office/drawing/2014/main" val="10001"/>
                  </a:ext>
                </a:extLst>
              </a:tr>
              <a:tr h="1222911">
                <a:tc>
                  <a:txBody>
                    <a:bodyPr/>
                    <a:lstStyle/>
                    <a:p>
                      <a:pPr algn="ctr"/>
                      <a:r>
                        <a:rPr lang="en-US" sz="1800" kern="1200" dirty="0">
                          <a:solidFill>
                            <a:schemeClr val="tx1"/>
                          </a:solidFill>
                          <a:latin typeface="Times New Roman" panose="02020603050405020304" pitchFamily="18" charset="0"/>
                          <a:ea typeface="+mn-ea"/>
                          <a:cs typeface="Times New Roman" panose="02020603050405020304" pitchFamily="18" charset="0"/>
                        </a:rPr>
                        <a:t>2</a:t>
                      </a:r>
                    </a:p>
                  </a:txBody>
                  <a:tcPr marL="91439" marR="91439" marT="45728" marB="4572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40000"/>
                        <a:lumOff val="60000"/>
                      </a:schemeClr>
                    </a:solidFill>
                  </a:tcPr>
                </a:tc>
                <a:tc>
                  <a:txBody>
                    <a:bodyPr/>
                    <a:lstStyle/>
                    <a:p>
                      <a:pPr algn="l"/>
                      <a:r>
                        <a:rPr lang="en-US" sz="1800" kern="1200" dirty="0">
                          <a:solidFill>
                            <a:schemeClr val="tx1"/>
                          </a:solidFill>
                          <a:latin typeface="Times New Roman" panose="02020603050405020304" pitchFamily="18" charset="0"/>
                          <a:ea typeface="+mn-ea"/>
                          <a:cs typeface="Times New Roman" panose="02020603050405020304" pitchFamily="18" charset="0"/>
                        </a:rPr>
                        <a:t>Interpretable Ensemble Remaining Useful Life Prediction Enables Dynamic Maintenance Scheduling for Aircraft Engines (2025)</a:t>
                      </a:r>
                    </a:p>
                  </a:txBody>
                  <a:tcPr marL="91439" marR="91439" marT="45728" marB="4572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40000"/>
                        <a:lumOff val="60000"/>
                      </a:schemeClr>
                    </a:solidFill>
                  </a:tcPr>
                </a:tc>
                <a:tc>
                  <a:txBody>
                    <a:bodyPr/>
                    <a:lstStyle/>
                    <a:p>
                      <a:pPr algn="l"/>
                      <a:r>
                        <a:rPr lang="en-US" sz="1800" kern="1200" dirty="0">
                          <a:solidFill>
                            <a:schemeClr val="tx1"/>
                          </a:solidFill>
                          <a:latin typeface="Times New Roman" panose="02020603050405020304" pitchFamily="18" charset="0"/>
                          <a:ea typeface="+mn-ea"/>
                          <a:cs typeface="Times New Roman" panose="02020603050405020304" pitchFamily="18" charset="0"/>
                        </a:rPr>
                        <a:t>Scientific Reports, Nature</a:t>
                      </a:r>
                    </a:p>
                  </a:txBody>
                  <a:tcPr marL="91439" marR="91439" marT="45728" marB="4572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40000"/>
                        <a:lumOff val="60000"/>
                      </a:schemeClr>
                    </a:solidFill>
                  </a:tcPr>
                </a:tc>
                <a:tc>
                  <a:txBody>
                    <a:bodyPr/>
                    <a:lstStyle/>
                    <a:p>
                      <a:pPr algn="l"/>
                      <a:r>
                        <a:rPr lang="en-US" sz="1800" kern="1200" dirty="0">
                          <a:solidFill>
                            <a:schemeClr val="tx1"/>
                          </a:solidFill>
                          <a:latin typeface="Times New Roman" panose="02020603050405020304" pitchFamily="18" charset="0"/>
                          <a:ea typeface="+mn-ea"/>
                          <a:cs typeface="Times New Roman" panose="02020603050405020304" pitchFamily="18" charset="0"/>
                        </a:rPr>
                        <a:t>An ensemble model using </a:t>
                      </a:r>
                      <a:r>
                        <a:rPr lang="en-US" sz="1800" kern="1200" dirty="0" err="1">
                          <a:solidFill>
                            <a:schemeClr val="tx1"/>
                          </a:solidFill>
                          <a:latin typeface="Times New Roman" panose="02020603050405020304" pitchFamily="18" charset="0"/>
                          <a:ea typeface="+mn-ea"/>
                          <a:cs typeface="Times New Roman" panose="02020603050405020304" pitchFamily="18" charset="0"/>
                        </a:rPr>
                        <a:t>LightGBM</a:t>
                      </a:r>
                      <a:r>
                        <a:rPr lang="en-US" sz="1800" kern="1200" dirty="0">
                          <a:solidFill>
                            <a:schemeClr val="tx1"/>
                          </a:solidFill>
                          <a:latin typeface="Times New Roman" panose="02020603050405020304" pitchFamily="18" charset="0"/>
                          <a:ea typeface="+mn-ea"/>
                          <a:cs typeface="Times New Roman" panose="02020603050405020304" pitchFamily="18" charset="0"/>
                        </a:rPr>
                        <a:t>, </a:t>
                      </a:r>
                      <a:r>
                        <a:rPr lang="en-US" sz="1800" kern="1200" dirty="0" err="1">
                          <a:solidFill>
                            <a:schemeClr val="tx1"/>
                          </a:solidFill>
                          <a:latin typeface="Times New Roman" panose="02020603050405020304" pitchFamily="18" charset="0"/>
                          <a:ea typeface="+mn-ea"/>
                          <a:cs typeface="Times New Roman" panose="02020603050405020304" pitchFamily="18" charset="0"/>
                        </a:rPr>
                        <a:t>CatBoost</a:t>
                      </a:r>
                      <a:r>
                        <a:rPr lang="en-US" sz="1800" kern="1200" dirty="0">
                          <a:solidFill>
                            <a:schemeClr val="tx1"/>
                          </a:solidFill>
                          <a:latin typeface="Times New Roman" panose="02020603050405020304" pitchFamily="18" charset="0"/>
                          <a:ea typeface="+mn-ea"/>
                          <a:cs typeface="Times New Roman" panose="02020603050405020304" pitchFamily="18" charset="0"/>
                        </a:rPr>
                        <a:t>, and Gradient Boosting accurately predicts Remaining Useful Life (RUL). It outperforms several recent methods while using SHAP to provide explainable maintenance decisions.</a:t>
                      </a:r>
                    </a:p>
                  </a:txBody>
                  <a:tcPr marL="91439" marR="91439" marT="45728" marB="4572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40000"/>
                        <a:lumOff val="60000"/>
                      </a:schemeClr>
                    </a:solidFill>
                  </a:tcPr>
                </a:tc>
                <a:extLst>
                  <a:ext uri="{0D108BD9-81ED-4DB2-BD59-A6C34878D82A}">
                    <a16:rowId xmlns:a16="http://schemas.microsoft.com/office/drawing/2014/main" val="10002"/>
                  </a:ext>
                </a:extLst>
              </a:tr>
            </a:tbl>
          </a:graphicData>
        </a:graphic>
      </p:graphicFrame>
      <p:sp>
        <p:nvSpPr>
          <p:cNvPr id="14" name="Title 1">
            <a:extLst>
              <a:ext uri="{FF2B5EF4-FFF2-40B4-BE49-F238E27FC236}">
                <a16:creationId xmlns:a16="http://schemas.microsoft.com/office/drawing/2014/main" id="{17BC5FA1-07E2-A6D9-0C20-AA7EDF1D4163}"/>
              </a:ext>
            </a:extLst>
          </p:cNvPr>
          <p:cNvSpPr txBox="1">
            <a:spLocks/>
          </p:cNvSpPr>
          <p:nvPr/>
        </p:nvSpPr>
        <p:spPr bwMode="auto">
          <a:xfrm>
            <a:off x="1927225" y="0"/>
            <a:ext cx="8602663" cy="639763"/>
          </a:xfrm>
          <a:prstGeom prst="rect">
            <a:avLst/>
          </a:prstGeom>
          <a:solidFill>
            <a:srgbClr val="7030A0"/>
          </a:solidFill>
          <a:ln>
            <a:solidFill>
              <a:schemeClr val="tx1"/>
            </a:solidFill>
          </a:ln>
        </p:spPr>
        <p:txBody>
          <a:bodyPr anchor="ctr">
            <a:normAutofit fontScale="97500"/>
          </a:bodyPr>
          <a:lstStyle>
            <a:lvl1pPr algn="ctr" rtl="0" eaLnBrk="0" fontAlgn="base" hangingPunct="0">
              <a:lnSpc>
                <a:spcPct val="90000"/>
              </a:lnSpc>
              <a:spcBef>
                <a:spcPct val="0"/>
              </a:spcBef>
              <a:spcAft>
                <a:spcPct val="0"/>
              </a:spcAft>
              <a:defRPr sz="6000" kern="1200">
                <a:solidFill>
                  <a:schemeClr val="tx1"/>
                </a:solidFill>
                <a:latin typeface="+mj-lt"/>
                <a:ea typeface="+mj-ea"/>
                <a:cs typeface="+mj-cs"/>
              </a:defRPr>
            </a:lvl1pPr>
            <a:lvl2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2pPr>
            <a:lvl3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3pPr>
            <a:lvl4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4pPr>
            <a:lvl5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5pPr>
            <a:lvl6pPr marL="457200" algn="l" rtl="0" fontAlgn="base">
              <a:lnSpc>
                <a:spcPct val="90000"/>
              </a:lnSpc>
              <a:spcBef>
                <a:spcPct val="0"/>
              </a:spcBef>
              <a:spcAft>
                <a:spcPct val="0"/>
              </a:spcAft>
              <a:defRPr sz="4400">
                <a:solidFill>
                  <a:schemeClr val="tx1"/>
                </a:solidFill>
                <a:latin typeface="Calibri Light" panose="020F0302020204030204" pitchFamily="34" charset="0"/>
              </a:defRPr>
            </a:lvl6pPr>
            <a:lvl7pPr marL="914400" algn="l" rtl="0" fontAlgn="base">
              <a:lnSpc>
                <a:spcPct val="90000"/>
              </a:lnSpc>
              <a:spcBef>
                <a:spcPct val="0"/>
              </a:spcBef>
              <a:spcAft>
                <a:spcPct val="0"/>
              </a:spcAft>
              <a:defRPr sz="4400">
                <a:solidFill>
                  <a:schemeClr val="tx1"/>
                </a:solidFill>
                <a:latin typeface="Calibri Light" panose="020F0302020204030204" pitchFamily="34" charset="0"/>
              </a:defRPr>
            </a:lvl7pPr>
            <a:lvl8pPr marL="1371600" algn="l" rtl="0" fontAlgn="base">
              <a:lnSpc>
                <a:spcPct val="90000"/>
              </a:lnSpc>
              <a:spcBef>
                <a:spcPct val="0"/>
              </a:spcBef>
              <a:spcAft>
                <a:spcPct val="0"/>
              </a:spcAft>
              <a:defRPr sz="4400">
                <a:solidFill>
                  <a:schemeClr val="tx1"/>
                </a:solidFill>
                <a:latin typeface="Calibri Light" panose="020F0302020204030204" pitchFamily="34" charset="0"/>
              </a:defRPr>
            </a:lvl8pPr>
            <a:lvl9pPr marL="1828800" algn="l" rtl="0" fontAlgn="base">
              <a:lnSpc>
                <a:spcPct val="90000"/>
              </a:lnSpc>
              <a:spcBef>
                <a:spcPct val="0"/>
              </a:spcBef>
              <a:spcAft>
                <a:spcPct val="0"/>
              </a:spcAft>
              <a:defRPr sz="4400">
                <a:solidFill>
                  <a:schemeClr val="tx1"/>
                </a:solidFill>
                <a:latin typeface="Calibri Light" panose="020F0302020204030204" pitchFamily="34" charset="0"/>
              </a:defRPr>
            </a:lvl9pPr>
          </a:lstStyle>
          <a:p>
            <a:pPr eaLnBrk="1" fontAlgn="auto" hangingPunct="1">
              <a:spcAft>
                <a:spcPts val="0"/>
              </a:spcAft>
              <a:defRPr/>
            </a:pPr>
            <a:r>
              <a:rPr lang="en-US" sz="3200" b="1" dirty="0">
                <a:solidFill>
                  <a:schemeClr val="bg1"/>
                </a:solidFill>
                <a:latin typeface="Times New Roman" pitchFamily="18" charset="0"/>
                <a:cs typeface="Times New Roman" pitchFamily="18" charset="0"/>
              </a:rPr>
              <a:t>Literature Survey</a:t>
            </a:r>
          </a:p>
        </p:txBody>
      </p:sp>
      <p:pic>
        <p:nvPicPr>
          <p:cNvPr id="7214" name="Picture 2">
            <a:extLst>
              <a:ext uri="{FF2B5EF4-FFF2-40B4-BE49-F238E27FC236}">
                <a16:creationId xmlns:a16="http://schemas.microsoft.com/office/drawing/2014/main" id="{D29ADADE-1B3C-379A-5479-EB526FFDD12B}"/>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74613" y="-52388"/>
            <a:ext cx="1638300" cy="13843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215" name="Picture 4">
            <a:extLst>
              <a:ext uri="{FF2B5EF4-FFF2-40B4-BE49-F238E27FC236}">
                <a16:creationId xmlns:a16="http://schemas.microsoft.com/office/drawing/2014/main" id="{34A14A9B-E59B-21E9-111A-F4437BE0F7E4}"/>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0529888" y="-234950"/>
            <a:ext cx="1662112" cy="1384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216" name="Picture 4">
            <a:extLst>
              <a:ext uri="{FF2B5EF4-FFF2-40B4-BE49-F238E27FC236}">
                <a16:creationId xmlns:a16="http://schemas.microsoft.com/office/drawing/2014/main" id="{25D00CEE-6B1A-8919-FB54-D7F8F8F949A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6142038"/>
            <a:ext cx="12192000" cy="7159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01F15C-8D2C-81E3-FE23-F4B03383F7AF}"/>
            </a:ext>
          </a:extLst>
        </p:cNvPr>
        <p:cNvGrpSpPr/>
        <p:nvPr/>
      </p:nvGrpSpPr>
      <p:grpSpPr>
        <a:xfrm>
          <a:off x="0" y="0"/>
          <a:ext cx="0" cy="0"/>
          <a:chOff x="0" y="0"/>
          <a:chExt cx="0" cy="0"/>
        </a:xfrm>
      </p:grpSpPr>
      <p:sp>
        <p:nvSpPr>
          <p:cNvPr id="7170" name="Rectangle 7">
            <a:extLst>
              <a:ext uri="{FF2B5EF4-FFF2-40B4-BE49-F238E27FC236}">
                <a16:creationId xmlns:a16="http://schemas.microsoft.com/office/drawing/2014/main" id="{28E68B56-E6B4-F890-866C-9F16559189B9}"/>
              </a:ext>
            </a:extLst>
          </p:cNvPr>
          <p:cNvSpPr>
            <a:spLocks noChangeArrowheads="1"/>
          </p:cNvSpPr>
          <p:nvPr/>
        </p:nvSpPr>
        <p:spPr bwMode="auto">
          <a:xfrm>
            <a:off x="0" y="0"/>
            <a:ext cx="12192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endParaRPr lang="en-IN" altLang="en-US" sz="1800"/>
          </a:p>
        </p:txBody>
      </p:sp>
      <p:graphicFrame>
        <p:nvGraphicFramePr>
          <p:cNvPr id="2" name="Table 1">
            <a:extLst>
              <a:ext uri="{FF2B5EF4-FFF2-40B4-BE49-F238E27FC236}">
                <a16:creationId xmlns:a16="http://schemas.microsoft.com/office/drawing/2014/main" id="{C7C87F73-DF23-E587-57B3-1E8DF27DD787}"/>
              </a:ext>
            </a:extLst>
          </p:cNvPr>
          <p:cNvGraphicFramePr>
            <a:graphicFrameLocks noGrp="1"/>
          </p:cNvGraphicFramePr>
          <p:nvPr>
            <p:extLst>
              <p:ext uri="{D42A27DB-BD31-4B8C-83A1-F6EECF244321}">
                <p14:modId xmlns:p14="http://schemas.microsoft.com/office/powerpoint/2010/main" val="370724229"/>
              </p:ext>
            </p:extLst>
          </p:nvPr>
        </p:nvGraphicFramePr>
        <p:xfrm>
          <a:off x="0" y="1513245"/>
          <a:ext cx="12192000" cy="3840528"/>
        </p:xfrm>
        <a:graphic>
          <a:graphicData uri="http://schemas.openxmlformats.org/drawingml/2006/table">
            <a:tbl>
              <a:tblPr firstRow="1" bandRow="1">
                <a:tableStyleId>{21E4AEA4-8DFA-4A89-87EB-49C32662AFE0}</a:tableStyleId>
              </a:tblPr>
              <a:tblGrid>
                <a:gridCol w="700000">
                  <a:extLst>
                    <a:ext uri="{9D8B030D-6E8A-4147-A177-3AD203B41FA5}">
                      <a16:colId xmlns:a16="http://schemas.microsoft.com/office/drawing/2014/main" val="20000"/>
                    </a:ext>
                  </a:extLst>
                </a:gridCol>
                <a:gridCol w="4200000">
                  <a:extLst>
                    <a:ext uri="{9D8B030D-6E8A-4147-A177-3AD203B41FA5}">
                      <a16:colId xmlns:a16="http://schemas.microsoft.com/office/drawing/2014/main" val="20001"/>
                    </a:ext>
                  </a:extLst>
                </a:gridCol>
                <a:gridCol w="2200000">
                  <a:extLst>
                    <a:ext uri="{9D8B030D-6E8A-4147-A177-3AD203B41FA5}">
                      <a16:colId xmlns:a16="http://schemas.microsoft.com/office/drawing/2014/main" val="20002"/>
                    </a:ext>
                  </a:extLst>
                </a:gridCol>
                <a:gridCol w="5092000">
                  <a:extLst>
                    <a:ext uri="{9D8B030D-6E8A-4147-A177-3AD203B41FA5}">
                      <a16:colId xmlns:a16="http://schemas.microsoft.com/office/drawing/2014/main" val="20003"/>
                    </a:ext>
                  </a:extLst>
                </a:gridCol>
              </a:tblGrid>
              <a:tr h="500000">
                <a:tc>
                  <a:txBody>
                    <a:bodyPr/>
                    <a:lstStyle/>
                    <a:p>
                      <a:pPr algn="ctr"/>
                      <a:r>
                        <a:rPr lang="en-US" sz="1800" dirty="0">
                          <a:solidFill>
                            <a:schemeClr val="bg1"/>
                          </a:solidFill>
                          <a:latin typeface="Times New Roman" panose="02020603050405020304" pitchFamily="18" charset="0"/>
                          <a:cs typeface="Times New Roman" panose="02020603050405020304" pitchFamily="18" charset="0"/>
                        </a:rPr>
                        <a:t>Sr. No.</a:t>
                      </a:r>
                    </a:p>
                  </a:txBody>
                  <a:tcPr marL="91439" marR="91439" marT="45728" marB="4572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60000"/>
                        <a:lumOff val="40000"/>
                      </a:schemeClr>
                    </a:solidFill>
                  </a:tcPr>
                </a:tc>
                <a:tc>
                  <a:txBody>
                    <a:bodyPr/>
                    <a:lstStyle/>
                    <a:p>
                      <a:pPr algn="ctr"/>
                      <a:r>
                        <a:rPr lang="en-US" sz="1800" dirty="0">
                          <a:solidFill>
                            <a:schemeClr val="bg1"/>
                          </a:solidFill>
                          <a:latin typeface="Times New Roman" panose="02020603050405020304" pitchFamily="18" charset="0"/>
                          <a:cs typeface="Times New Roman" panose="02020603050405020304" pitchFamily="18" charset="0"/>
                        </a:rPr>
                        <a:t>Paper</a:t>
                      </a:r>
                      <a:r>
                        <a:rPr lang="en-US" sz="1800" baseline="0" dirty="0">
                          <a:solidFill>
                            <a:schemeClr val="bg1"/>
                          </a:solidFill>
                          <a:latin typeface="Times New Roman" panose="02020603050405020304" pitchFamily="18" charset="0"/>
                          <a:cs typeface="Times New Roman" panose="02020603050405020304" pitchFamily="18" charset="0"/>
                        </a:rPr>
                        <a:t> Title and Year</a:t>
                      </a:r>
                      <a:endParaRPr lang="en-US" sz="1800" dirty="0">
                        <a:solidFill>
                          <a:schemeClr val="bg1"/>
                        </a:solidFill>
                        <a:latin typeface="Times New Roman" panose="02020603050405020304" pitchFamily="18" charset="0"/>
                        <a:cs typeface="Times New Roman" panose="02020603050405020304" pitchFamily="18" charset="0"/>
                      </a:endParaRPr>
                    </a:p>
                  </a:txBody>
                  <a:tcPr marL="91439" marR="91439" marT="45728" marB="4572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60000"/>
                        <a:lumOff val="40000"/>
                      </a:schemeClr>
                    </a:solidFill>
                  </a:tcPr>
                </a:tc>
                <a:tc>
                  <a:txBody>
                    <a:bodyPr/>
                    <a:lstStyle/>
                    <a:p>
                      <a:pPr algn="ctr"/>
                      <a:r>
                        <a:rPr lang="en-US" sz="1800" dirty="0">
                          <a:solidFill>
                            <a:schemeClr val="bg1"/>
                          </a:solidFill>
                          <a:latin typeface="Times New Roman" panose="02020603050405020304" pitchFamily="18" charset="0"/>
                          <a:cs typeface="Times New Roman" panose="02020603050405020304" pitchFamily="18" charset="0"/>
                        </a:rPr>
                        <a:t>Details of Publication</a:t>
                      </a:r>
                    </a:p>
                  </a:txBody>
                  <a:tcPr marL="91439" marR="91439" marT="45728" marB="4572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60000"/>
                        <a:lumOff val="40000"/>
                      </a:schemeClr>
                    </a:solidFill>
                  </a:tcPr>
                </a:tc>
                <a:tc>
                  <a:txBody>
                    <a:bodyPr/>
                    <a:lstStyle/>
                    <a:p>
                      <a:pPr algn="ctr"/>
                      <a:r>
                        <a:rPr lang="en-US" sz="1800" dirty="0">
                          <a:solidFill>
                            <a:schemeClr val="bg1"/>
                          </a:solidFill>
                          <a:latin typeface="Times New Roman" panose="02020603050405020304" pitchFamily="18" charset="0"/>
                          <a:cs typeface="Times New Roman" panose="02020603050405020304" pitchFamily="18" charset="0"/>
                        </a:rPr>
                        <a:t>Findings</a:t>
                      </a:r>
                    </a:p>
                  </a:txBody>
                  <a:tcPr marL="91439" marR="91439" marT="45728" marB="4572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60000"/>
                        <a:lumOff val="40000"/>
                      </a:schemeClr>
                    </a:solidFill>
                  </a:tcPr>
                </a:tc>
                <a:extLst>
                  <a:ext uri="{0D108BD9-81ED-4DB2-BD59-A6C34878D82A}">
                    <a16:rowId xmlns:a16="http://schemas.microsoft.com/office/drawing/2014/main" val="10000"/>
                  </a:ext>
                </a:extLst>
              </a:tr>
              <a:tr h="920377">
                <a:tc>
                  <a:txBody>
                    <a:bodyPr/>
                    <a:lstStyle/>
                    <a:p>
                      <a:pPr algn="ctr"/>
                      <a:r>
                        <a:rPr lang="en-US" sz="1800" kern="1200" dirty="0">
                          <a:solidFill>
                            <a:schemeClr val="tx1"/>
                          </a:solidFill>
                          <a:latin typeface="Times New Roman" panose="02020603050405020304" pitchFamily="18" charset="0"/>
                          <a:ea typeface="+mn-ea"/>
                          <a:cs typeface="Times New Roman" panose="02020603050405020304" pitchFamily="18" charset="0"/>
                        </a:rPr>
                        <a:t>3</a:t>
                      </a:r>
                    </a:p>
                  </a:txBody>
                  <a:tcPr marL="91439" marR="91439" marT="45728" marB="4572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40000"/>
                        <a:lumOff val="60000"/>
                      </a:schemeClr>
                    </a:solidFill>
                  </a:tcPr>
                </a:tc>
                <a:tc>
                  <a:txBody>
                    <a:bodyPr/>
                    <a:lstStyle/>
                    <a:p>
                      <a:pPr algn="l"/>
                      <a:r>
                        <a:rPr lang="en-US" sz="1800" kern="1200" dirty="0">
                          <a:solidFill>
                            <a:schemeClr val="tx1"/>
                          </a:solidFill>
                          <a:latin typeface="Times New Roman" panose="02020603050405020304" pitchFamily="18" charset="0"/>
                          <a:ea typeface="+mn-ea"/>
                          <a:cs typeface="Times New Roman" panose="02020603050405020304" pitchFamily="18" charset="0"/>
                        </a:rPr>
                        <a:t>Digitalization in Aircraft Maintenance Processes (2023)</a:t>
                      </a:r>
                    </a:p>
                  </a:txBody>
                  <a:tcPr marL="91439" marR="91439" marT="45728" marB="4572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40000"/>
                        <a:lumOff val="60000"/>
                      </a:schemeClr>
                    </a:solidFill>
                  </a:tcPr>
                </a:tc>
                <a:tc>
                  <a:txBody>
                    <a:bodyPr/>
                    <a:lstStyle/>
                    <a:p>
                      <a:pPr algn="l"/>
                      <a:r>
                        <a:rPr lang="en-US" sz="1800" kern="1200" dirty="0">
                          <a:solidFill>
                            <a:schemeClr val="tx1"/>
                          </a:solidFill>
                          <a:latin typeface="Times New Roman" panose="02020603050405020304" pitchFamily="18" charset="0"/>
                          <a:ea typeface="+mn-ea"/>
                          <a:cs typeface="Times New Roman" panose="02020603050405020304" pitchFamily="18" charset="0"/>
                        </a:rPr>
                        <a:t>Aviation (Vilnius Tech), Vol. 27, Issue 2</a:t>
                      </a:r>
                    </a:p>
                  </a:txBody>
                  <a:tcPr marL="91439" marR="91439" marT="45728" marB="4572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40000"/>
                        <a:lumOff val="60000"/>
                      </a:schemeClr>
                    </a:solidFill>
                  </a:tcPr>
                </a:tc>
                <a:tc>
                  <a:txBody>
                    <a:bodyPr/>
                    <a:lstStyle/>
                    <a:p>
                      <a:pPr algn="l"/>
                      <a:r>
                        <a:rPr lang="en-US" sz="1800" kern="1200" dirty="0">
                          <a:solidFill>
                            <a:schemeClr val="tx1"/>
                          </a:solidFill>
                          <a:latin typeface="Times New Roman" panose="02020603050405020304" pitchFamily="18" charset="0"/>
                          <a:ea typeface="+mn-ea"/>
                          <a:cs typeface="Times New Roman" panose="02020603050405020304" pitchFamily="18" charset="0"/>
                        </a:rPr>
                        <a:t>A survey of MRO professionals found that the aviation industry is not fully ready for digital transformation. The main barriers are high costs, limited training, and technology reliability, while younger engineers show greater trust in automation than older engineers.</a:t>
                      </a:r>
                    </a:p>
                  </a:txBody>
                  <a:tcPr marL="91439" marR="91439" marT="45728" marB="4572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40000"/>
                        <a:lumOff val="60000"/>
                      </a:schemeClr>
                    </a:solidFill>
                  </a:tcPr>
                </a:tc>
                <a:extLst>
                  <a:ext uri="{0D108BD9-81ED-4DB2-BD59-A6C34878D82A}">
                    <a16:rowId xmlns:a16="http://schemas.microsoft.com/office/drawing/2014/main" val="10001"/>
                  </a:ext>
                </a:extLst>
              </a:tr>
              <a:tr h="950000">
                <a:tc>
                  <a:txBody>
                    <a:bodyPr/>
                    <a:lstStyle/>
                    <a:p>
                      <a:pPr algn="ctr"/>
                      <a:r>
                        <a:rPr lang="en-US" sz="1800" kern="1200" dirty="0">
                          <a:solidFill>
                            <a:schemeClr val="tx1"/>
                          </a:solidFill>
                          <a:latin typeface="Times New Roman" panose="02020603050405020304" pitchFamily="18" charset="0"/>
                          <a:ea typeface="+mn-ea"/>
                          <a:cs typeface="Times New Roman" panose="02020603050405020304" pitchFamily="18" charset="0"/>
                        </a:rPr>
                        <a:t>4</a:t>
                      </a:r>
                    </a:p>
                  </a:txBody>
                  <a:tcPr marL="91439" marR="91439" marT="45728" marB="4572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40000"/>
                        <a:lumOff val="60000"/>
                      </a:schemeClr>
                    </a:solidFill>
                  </a:tcPr>
                </a:tc>
                <a:tc>
                  <a:txBody>
                    <a:bodyPr/>
                    <a:lstStyle/>
                    <a:p>
                      <a:pPr algn="l"/>
                      <a:r>
                        <a:rPr lang="en-US" sz="1800" kern="1200" dirty="0">
                          <a:solidFill>
                            <a:schemeClr val="tx1"/>
                          </a:solidFill>
                          <a:latin typeface="Times New Roman" panose="02020603050405020304" pitchFamily="18" charset="0"/>
                          <a:ea typeface="+mn-ea"/>
                          <a:cs typeface="Times New Roman" panose="02020603050405020304" pitchFamily="18" charset="0"/>
                        </a:rPr>
                        <a:t>Predictive Maintenance Analytics and Implementation for Aircraft: Challenges and Opportunities (2023)</a:t>
                      </a:r>
                    </a:p>
                  </a:txBody>
                  <a:tcPr marL="91439" marR="91439" marT="45728" marB="4572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40000"/>
                        <a:lumOff val="60000"/>
                      </a:schemeClr>
                    </a:solidFill>
                  </a:tcPr>
                </a:tc>
                <a:tc>
                  <a:txBody>
                    <a:bodyPr/>
                    <a:lstStyle/>
                    <a:p>
                      <a:pPr algn="l"/>
                      <a:r>
                        <a:rPr lang="en-US" sz="1800" kern="1200" dirty="0">
                          <a:solidFill>
                            <a:schemeClr val="tx1"/>
                          </a:solidFill>
                          <a:latin typeface="Times New Roman" panose="02020603050405020304" pitchFamily="18" charset="0"/>
                          <a:ea typeface="+mn-ea"/>
                          <a:cs typeface="Times New Roman" panose="02020603050405020304" pitchFamily="18" charset="0"/>
                        </a:rPr>
                        <a:t>Systems Engineering, Wiley (ISSN 1520-6858)</a:t>
                      </a:r>
                    </a:p>
                  </a:txBody>
                  <a:tcPr marL="91439" marR="91439" marT="45728" marB="4572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40000"/>
                        <a:lumOff val="60000"/>
                      </a:schemeClr>
                    </a:solidFill>
                  </a:tcPr>
                </a:tc>
                <a:tc>
                  <a:txBody>
                    <a:bodyPr/>
                    <a:lstStyle/>
                    <a:p>
                      <a:pPr algn="l"/>
                      <a:r>
                        <a:rPr lang="en-US" sz="1800" kern="1200" dirty="0">
                          <a:solidFill>
                            <a:schemeClr val="tx1"/>
                          </a:solidFill>
                          <a:latin typeface="Times New Roman" panose="02020603050405020304" pitchFamily="18" charset="0"/>
                          <a:ea typeface="+mn-ea"/>
                          <a:cs typeface="Times New Roman" panose="02020603050405020304" pitchFamily="18" charset="0"/>
                        </a:rPr>
                        <a:t>A review of aircraft predictive maintenance found that most research focuses on aircraft engines due to limited public data for other systems. It recommends greater use of AI, IoT, and digital twins to improve maintenance efficiency.</a:t>
                      </a:r>
                    </a:p>
                  </a:txBody>
                  <a:tcPr marL="91439" marR="91439" marT="45728" marB="4572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40000"/>
                        <a:lumOff val="60000"/>
                      </a:schemeClr>
                    </a:solidFill>
                  </a:tcPr>
                </a:tc>
                <a:extLst>
                  <a:ext uri="{0D108BD9-81ED-4DB2-BD59-A6C34878D82A}">
                    <a16:rowId xmlns:a16="http://schemas.microsoft.com/office/drawing/2014/main" val="10002"/>
                  </a:ext>
                </a:extLst>
              </a:tr>
            </a:tbl>
          </a:graphicData>
        </a:graphic>
      </p:graphicFrame>
      <p:sp>
        <p:nvSpPr>
          <p:cNvPr id="14" name="Title 1">
            <a:extLst>
              <a:ext uri="{FF2B5EF4-FFF2-40B4-BE49-F238E27FC236}">
                <a16:creationId xmlns:a16="http://schemas.microsoft.com/office/drawing/2014/main" id="{B3B1941F-7666-12DB-D194-EDD8EFC7D65A}"/>
              </a:ext>
            </a:extLst>
          </p:cNvPr>
          <p:cNvSpPr txBox="1">
            <a:spLocks/>
          </p:cNvSpPr>
          <p:nvPr/>
        </p:nvSpPr>
        <p:spPr bwMode="auto">
          <a:xfrm>
            <a:off x="1927225" y="0"/>
            <a:ext cx="8602663" cy="639763"/>
          </a:xfrm>
          <a:prstGeom prst="rect">
            <a:avLst/>
          </a:prstGeom>
          <a:solidFill>
            <a:srgbClr val="7030A0"/>
          </a:solidFill>
          <a:ln>
            <a:solidFill>
              <a:schemeClr val="tx1"/>
            </a:solidFill>
          </a:ln>
        </p:spPr>
        <p:txBody>
          <a:bodyPr anchor="ctr">
            <a:normAutofit fontScale="97500"/>
          </a:bodyPr>
          <a:lstStyle>
            <a:lvl1pPr algn="ctr" rtl="0" eaLnBrk="0" fontAlgn="base" hangingPunct="0">
              <a:lnSpc>
                <a:spcPct val="90000"/>
              </a:lnSpc>
              <a:spcBef>
                <a:spcPct val="0"/>
              </a:spcBef>
              <a:spcAft>
                <a:spcPct val="0"/>
              </a:spcAft>
              <a:defRPr sz="6000" kern="1200">
                <a:solidFill>
                  <a:schemeClr val="tx1"/>
                </a:solidFill>
                <a:latin typeface="+mj-lt"/>
                <a:ea typeface="+mj-ea"/>
                <a:cs typeface="+mj-cs"/>
              </a:defRPr>
            </a:lvl1pPr>
            <a:lvl2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2pPr>
            <a:lvl3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3pPr>
            <a:lvl4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4pPr>
            <a:lvl5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5pPr>
            <a:lvl6pPr marL="457200" algn="l" rtl="0" fontAlgn="base">
              <a:lnSpc>
                <a:spcPct val="90000"/>
              </a:lnSpc>
              <a:spcBef>
                <a:spcPct val="0"/>
              </a:spcBef>
              <a:spcAft>
                <a:spcPct val="0"/>
              </a:spcAft>
              <a:defRPr sz="4400">
                <a:solidFill>
                  <a:schemeClr val="tx1"/>
                </a:solidFill>
                <a:latin typeface="Calibri Light" panose="020F0302020204030204" pitchFamily="34" charset="0"/>
              </a:defRPr>
            </a:lvl6pPr>
            <a:lvl7pPr marL="914400" algn="l" rtl="0" fontAlgn="base">
              <a:lnSpc>
                <a:spcPct val="90000"/>
              </a:lnSpc>
              <a:spcBef>
                <a:spcPct val="0"/>
              </a:spcBef>
              <a:spcAft>
                <a:spcPct val="0"/>
              </a:spcAft>
              <a:defRPr sz="4400">
                <a:solidFill>
                  <a:schemeClr val="tx1"/>
                </a:solidFill>
                <a:latin typeface="Calibri Light" panose="020F0302020204030204" pitchFamily="34" charset="0"/>
              </a:defRPr>
            </a:lvl7pPr>
            <a:lvl8pPr marL="1371600" algn="l" rtl="0" fontAlgn="base">
              <a:lnSpc>
                <a:spcPct val="90000"/>
              </a:lnSpc>
              <a:spcBef>
                <a:spcPct val="0"/>
              </a:spcBef>
              <a:spcAft>
                <a:spcPct val="0"/>
              </a:spcAft>
              <a:defRPr sz="4400">
                <a:solidFill>
                  <a:schemeClr val="tx1"/>
                </a:solidFill>
                <a:latin typeface="Calibri Light" panose="020F0302020204030204" pitchFamily="34" charset="0"/>
              </a:defRPr>
            </a:lvl8pPr>
            <a:lvl9pPr marL="1828800" algn="l" rtl="0" fontAlgn="base">
              <a:lnSpc>
                <a:spcPct val="90000"/>
              </a:lnSpc>
              <a:spcBef>
                <a:spcPct val="0"/>
              </a:spcBef>
              <a:spcAft>
                <a:spcPct val="0"/>
              </a:spcAft>
              <a:defRPr sz="4400">
                <a:solidFill>
                  <a:schemeClr val="tx1"/>
                </a:solidFill>
                <a:latin typeface="Calibri Light" panose="020F0302020204030204" pitchFamily="34" charset="0"/>
              </a:defRPr>
            </a:lvl9pPr>
          </a:lstStyle>
          <a:p>
            <a:pPr eaLnBrk="1" fontAlgn="auto" hangingPunct="1">
              <a:spcAft>
                <a:spcPts val="0"/>
              </a:spcAft>
              <a:defRPr/>
            </a:pPr>
            <a:r>
              <a:rPr lang="en-US" sz="3200" b="1" dirty="0">
                <a:solidFill>
                  <a:schemeClr val="bg1"/>
                </a:solidFill>
                <a:latin typeface="Times New Roman" pitchFamily="18" charset="0"/>
                <a:cs typeface="Times New Roman" pitchFamily="18" charset="0"/>
              </a:rPr>
              <a:t>Literature Survey</a:t>
            </a:r>
          </a:p>
        </p:txBody>
      </p:sp>
      <p:pic>
        <p:nvPicPr>
          <p:cNvPr id="7214" name="Picture 2">
            <a:extLst>
              <a:ext uri="{FF2B5EF4-FFF2-40B4-BE49-F238E27FC236}">
                <a16:creationId xmlns:a16="http://schemas.microsoft.com/office/drawing/2014/main" id="{7500AF72-A118-5BB8-79C4-F6734A77227B}"/>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74613" y="-52388"/>
            <a:ext cx="1638300" cy="13843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215" name="Picture 4">
            <a:extLst>
              <a:ext uri="{FF2B5EF4-FFF2-40B4-BE49-F238E27FC236}">
                <a16:creationId xmlns:a16="http://schemas.microsoft.com/office/drawing/2014/main" id="{90B759D6-F89C-A708-CB1A-D904F30FF5EF}"/>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0529888" y="-234950"/>
            <a:ext cx="1662112" cy="1384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216" name="Picture 4">
            <a:extLst>
              <a:ext uri="{FF2B5EF4-FFF2-40B4-BE49-F238E27FC236}">
                <a16:creationId xmlns:a16="http://schemas.microsoft.com/office/drawing/2014/main" id="{4CBB5F08-9C9E-B03F-8756-93728E339C7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6142038"/>
            <a:ext cx="12192000" cy="7159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9663900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194" name="Rectangle 7">
            <a:extLst>
              <a:ext uri="{FF2B5EF4-FFF2-40B4-BE49-F238E27FC236}">
                <a16:creationId xmlns:a16="http://schemas.microsoft.com/office/drawing/2014/main" id="{FC06FC6F-B9F3-7F76-C133-89C6E7806774}"/>
              </a:ext>
            </a:extLst>
          </p:cNvPr>
          <p:cNvSpPr>
            <a:spLocks noChangeArrowheads="1"/>
          </p:cNvSpPr>
          <p:nvPr/>
        </p:nvSpPr>
        <p:spPr bwMode="auto">
          <a:xfrm>
            <a:off x="0" y="0"/>
            <a:ext cx="12192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no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endParaRPr lang="en-IN" altLang="en-US" sz="1800"/>
          </a:p>
        </p:txBody>
      </p:sp>
      <p:sp>
        <p:nvSpPr>
          <p:cNvPr id="8195" name="TextBox 7">
            <a:extLst>
              <a:ext uri="{FF2B5EF4-FFF2-40B4-BE49-F238E27FC236}">
                <a16:creationId xmlns:a16="http://schemas.microsoft.com/office/drawing/2014/main" id="{88613965-7BEA-AAF0-4315-865CA0CFF439}"/>
              </a:ext>
            </a:extLst>
          </p:cNvPr>
          <p:cNvSpPr txBox="1">
            <a:spLocks noChangeArrowheads="1"/>
          </p:cNvSpPr>
          <p:nvPr/>
        </p:nvSpPr>
        <p:spPr bwMode="auto">
          <a:xfrm>
            <a:off x="1762125" y="1431812"/>
            <a:ext cx="8667750" cy="39943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o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marL="342900" indent="-342900" algn="l">
              <a:lnSpc>
                <a:spcPct val="120000"/>
              </a:lnSpc>
              <a:spcBef>
                <a:spcPts val="350"/>
              </a:spcBef>
              <a:buFont typeface="+mj-lt"/>
              <a:buAutoNum type="arabicPeriod"/>
            </a:pPr>
            <a:r>
              <a:rPr lang="en-US" sz="1800" dirty="0">
                <a:latin typeface="Times New Roman" panose="02020603050405020304" pitchFamily="18" charset="0"/>
                <a:cs typeface="Times New Roman" panose="02020603050405020304" pitchFamily="18" charset="0"/>
              </a:rPr>
              <a:t>Most existing predictive maintenance approaches focus on individual aircraft components or a single subsystem, limiting their ability to provide a broader aircraft maintenance view.</a:t>
            </a:r>
          </a:p>
          <a:p>
            <a:pPr marL="342900" indent="-342900" algn="l">
              <a:lnSpc>
                <a:spcPct val="120000"/>
              </a:lnSpc>
              <a:spcBef>
                <a:spcPts val="350"/>
              </a:spcBef>
              <a:buFont typeface="+mj-lt"/>
              <a:buAutoNum type="arabicPeriod"/>
            </a:pPr>
            <a:r>
              <a:rPr lang="en-US" sz="1800" dirty="0">
                <a:latin typeface="Times New Roman" panose="02020603050405020304" pitchFamily="18" charset="0"/>
                <a:cs typeface="Times New Roman" panose="02020603050405020304" pitchFamily="18" charset="0"/>
              </a:rPr>
              <a:t>Many systems mainly provide fault detection or RUL prediction but do not translate these predictions into clear maintenance recommendations and priority levels.</a:t>
            </a:r>
          </a:p>
          <a:p>
            <a:pPr marL="342900" indent="-342900" algn="l">
              <a:lnSpc>
                <a:spcPct val="120000"/>
              </a:lnSpc>
              <a:spcBef>
                <a:spcPts val="350"/>
              </a:spcBef>
              <a:buFont typeface="+mj-lt"/>
              <a:buAutoNum type="arabicPeriod"/>
            </a:pPr>
            <a:r>
              <a:rPr lang="en-US" sz="1800" dirty="0">
                <a:latin typeface="Times New Roman" panose="02020603050405020304" pitchFamily="18" charset="0"/>
                <a:cs typeface="Times New Roman" panose="02020603050405020304" pitchFamily="18" charset="0"/>
              </a:rPr>
              <a:t>Existing approaches often depend on offline historical datasets, with limited support for simulated real-time monitoring and continuous prediction.</a:t>
            </a:r>
          </a:p>
          <a:p>
            <a:pPr marL="342900" indent="-342900" algn="l">
              <a:lnSpc>
                <a:spcPct val="120000"/>
              </a:lnSpc>
              <a:spcBef>
                <a:spcPts val="350"/>
              </a:spcBef>
              <a:buFont typeface="+mj-lt"/>
              <a:buAutoNum type="arabicPeriod"/>
            </a:pPr>
            <a:r>
              <a:rPr lang="en-US" sz="1800" dirty="0">
                <a:latin typeface="Times New Roman" panose="02020603050405020304" pitchFamily="18" charset="0"/>
                <a:cs typeface="Times New Roman" panose="02020603050405020304" pitchFamily="18" charset="0"/>
              </a:rPr>
              <a:t>Different aircraft subsystems may require different datasets, features, and ML models, making it difficult to integrate them into one unified framework.</a:t>
            </a:r>
          </a:p>
          <a:p>
            <a:pPr marL="342900" indent="-342900" algn="l">
              <a:lnSpc>
                <a:spcPct val="120000"/>
              </a:lnSpc>
              <a:spcBef>
                <a:spcPts val="350"/>
              </a:spcBef>
              <a:buFont typeface="+mj-lt"/>
              <a:buAutoNum type="arabicPeriod"/>
            </a:pPr>
            <a:r>
              <a:rPr lang="en-US" sz="1800" dirty="0">
                <a:latin typeface="Times New Roman" panose="02020603050405020304" pitchFamily="18" charset="0"/>
                <a:cs typeface="Times New Roman" panose="02020603050405020304" pitchFamily="18" charset="0"/>
              </a:rPr>
              <a:t>Many research models are evaluated on specific laboratory, simulated, or benchmark datasets, making direct generalization to real aircraft fleet conditions difficult.</a:t>
            </a:r>
          </a:p>
        </p:txBody>
      </p:sp>
      <p:sp>
        <p:nvSpPr>
          <p:cNvPr id="13" name="Title 1">
            <a:extLst>
              <a:ext uri="{FF2B5EF4-FFF2-40B4-BE49-F238E27FC236}">
                <a16:creationId xmlns:a16="http://schemas.microsoft.com/office/drawing/2014/main" id="{FF3EF231-BD0D-B5E2-FDA9-208EDB081F1F}"/>
              </a:ext>
            </a:extLst>
          </p:cNvPr>
          <p:cNvSpPr txBox="1">
            <a:spLocks/>
          </p:cNvSpPr>
          <p:nvPr/>
        </p:nvSpPr>
        <p:spPr bwMode="auto">
          <a:xfrm>
            <a:off x="1927225" y="0"/>
            <a:ext cx="8602663" cy="639763"/>
          </a:xfrm>
          <a:prstGeom prst="rect">
            <a:avLst/>
          </a:prstGeom>
          <a:solidFill>
            <a:srgbClr val="7030A0"/>
          </a:solidFill>
          <a:ln>
            <a:solidFill>
              <a:schemeClr val="tx1"/>
            </a:solidFill>
          </a:ln>
        </p:spPr>
        <p:txBody>
          <a:bodyPr anchor="ctr">
            <a:normAutofit fontScale="97500"/>
          </a:bodyPr>
          <a:lstStyle>
            <a:lvl1pPr algn="ctr" rtl="0" eaLnBrk="0" fontAlgn="base" hangingPunct="0">
              <a:lnSpc>
                <a:spcPct val="90000"/>
              </a:lnSpc>
              <a:spcBef>
                <a:spcPct val="0"/>
              </a:spcBef>
              <a:spcAft>
                <a:spcPct val="0"/>
              </a:spcAft>
              <a:defRPr sz="6000" kern="1200">
                <a:solidFill>
                  <a:schemeClr val="tx1"/>
                </a:solidFill>
                <a:latin typeface="+mj-lt"/>
                <a:ea typeface="+mj-ea"/>
                <a:cs typeface="+mj-cs"/>
              </a:defRPr>
            </a:lvl1pPr>
            <a:lvl2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2pPr>
            <a:lvl3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3pPr>
            <a:lvl4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4pPr>
            <a:lvl5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5pPr>
            <a:lvl6pPr marL="457200" algn="l" rtl="0" fontAlgn="base">
              <a:lnSpc>
                <a:spcPct val="90000"/>
              </a:lnSpc>
              <a:spcBef>
                <a:spcPct val="0"/>
              </a:spcBef>
              <a:spcAft>
                <a:spcPct val="0"/>
              </a:spcAft>
              <a:defRPr sz="4400">
                <a:solidFill>
                  <a:schemeClr val="tx1"/>
                </a:solidFill>
                <a:latin typeface="Calibri Light" panose="020F0302020204030204" pitchFamily="34" charset="0"/>
              </a:defRPr>
            </a:lvl6pPr>
            <a:lvl7pPr marL="914400" algn="l" rtl="0" fontAlgn="base">
              <a:lnSpc>
                <a:spcPct val="90000"/>
              </a:lnSpc>
              <a:spcBef>
                <a:spcPct val="0"/>
              </a:spcBef>
              <a:spcAft>
                <a:spcPct val="0"/>
              </a:spcAft>
              <a:defRPr sz="4400">
                <a:solidFill>
                  <a:schemeClr val="tx1"/>
                </a:solidFill>
                <a:latin typeface="Calibri Light" panose="020F0302020204030204" pitchFamily="34" charset="0"/>
              </a:defRPr>
            </a:lvl7pPr>
            <a:lvl8pPr marL="1371600" algn="l" rtl="0" fontAlgn="base">
              <a:lnSpc>
                <a:spcPct val="90000"/>
              </a:lnSpc>
              <a:spcBef>
                <a:spcPct val="0"/>
              </a:spcBef>
              <a:spcAft>
                <a:spcPct val="0"/>
              </a:spcAft>
              <a:defRPr sz="4400">
                <a:solidFill>
                  <a:schemeClr val="tx1"/>
                </a:solidFill>
                <a:latin typeface="Calibri Light" panose="020F0302020204030204" pitchFamily="34" charset="0"/>
              </a:defRPr>
            </a:lvl8pPr>
            <a:lvl9pPr marL="1828800" algn="l" rtl="0" fontAlgn="base">
              <a:lnSpc>
                <a:spcPct val="90000"/>
              </a:lnSpc>
              <a:spcBef>
                <a:spcPct val="0"/>
              </a:spcBef>
              <a:spcAft>
                <a:spcPct val="0"/>
              </a:spcAft>
              <a:defRPr sz="4400">
                <a:solidFill>
                  <a:schemeClr val="tx1"/>
                </a:solidFill>
                <a:latin typeface="Calibri Light" panose="020F0302020204030204" pitchFamily="34" charset="0"/>
              </a:defRPr>
            </a:lvl9pPr>
          </a:lstStyle>
          <a:p>
            <a:pPr eaLnBrk="1" fontAlgn="auto" hangingPunct="1">
              <a:spcAft>
                <a:spcPts val="0"/>
              </a:spcAft>
              <a:defRPr/>
            </a:pPr>
            <a:r>
              <a:rPr lang="en-US" sz="3200" b="1" dirty="0">
                <a:solidFill>
                  <a:schemeClr val="bg1"/>
                </a:solidFill>
                <a:latin typeface="Times New Roman" pitchFamily="18" charset="0"/>
                <a:cs typeface="Times New Roman" pitchFamily="18" charset="0"/>
              </a:rPr>
              <a:t>Existing System Architecture</a:t>
            </a:r>
          </a:p>
        </p:txBody>
      </p:sp>
      <p:pic>
        <p:nvPicPr>
          <p:cNvPr id="8197" name="Picture 2">
            <a:extLst>
              <a:ext uri="{FF2B5EF4-FFF2-40B4-BE49-F238E27FC236}">
                <a16:creationId xmlns:a16="http://schemas.microsoft.com/office/drawing/2014/main" id="{4775EE44-4602-5976-8890-790F761F5A6E}"/>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41275" y="20638"/>
            <a:ext cx="1638300" cy="1384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198" name="Picture 4">
            <a:extLst>
              <a:ext uri="{FF2B5EF4-FFF2-40B4-BE49-F238E27FC236}">
                <a16:creationId xmlns:a16="http://schemas.microsoft.com/office/drawing/2014/main" id="{0EC5D126-A383-CF69-2CAD-812DE268878E}"/>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10567988" y="-234950"/>
            <a:ext cx="1662112" cy="1384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199" name="Picture 4">
            <a:extLst>
              <a:ext uri="{FF2B5EF4-FFF2-40B4-BE49-F238E27FC236}">
                <a16:creationId xmlns:a16="http://schemas.microsoft.com/office/drawing/2014/main" id="{B652A691-80E1-B8A2-E2F3-FD2127C65F62}"/>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0" y="6142038"/>
            <a:ext cx="12192000" cy="7159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overrideClrMapping bg1="lt1" tx1="dk1" bg2="lt2" tx2="dk2" accent1="accent1" accent2="accent2" accent3="accent3" accent4="accent4" accent5="accent5" accent6="accent6" hlink="hlink" folHlink="folHlink"/>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a:extLst>
              <a:ext uri="{FF2B5EF4-FFF2-40B4-BE49-F238E27FC236}">
                <a16:creationId xmlns:a16="http://schemas.microsoft.com/office/drawing/2014/main" id="{5DD67A06-82C4-70BB-98EC-D31B068EC81E}"/>
              </a:ext>
            </a:extLst>
          </p:cNvPr>
          <p:cNvSpPr>
            <a:spLocks noChangeArrowheads="1"/>
          </p:cNvSpPr>
          <p:nvPr/>
        </p:nvSpPr>
        <p:spPr bwMode="auto">
          <a:xfrm>
            <a:off x="0" y="0"/>
            <a:ext cx="12192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endParaRPr lang="en-IN" altLang="en-US" sz="1800"/>
          </a:p>
        </p:txBody>
      </p:sp>
      <p:sp>
        <p:nvSpPr>
          <p:cNvPr id="9219" name="Title 1">
            <a:extLst>
              <a:ext uri="{FF2B5EF4-FFF2-40B4-BE49-F238E27FC236}">
                <a16:creationId xmlns:a16="http://schemas.microsoft.com/office/drawing/2014/main" id="{B7EF177C-DBAE-C6E1-6DC6-9734C03F1010}"/>
              </a:ext>
            </a:extLst>
          </p:cNvPr>
          <p:cNvSpPr txBox="1">
            <a:spLocks/>
          </p:cNvSpPr>
          <p:nvPr/>
        </p:nvSpPr>
        <p:spPr bwMode="auto">
          <a:xfrm>
            <a:off x="2476500" y="4098925"/>
            <a:ext cx="7239000" cy="908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spcBef>
                <a:spcPct val="0"/>
              </a:spcBef>
              <a:buFontTx/>
              <a:buNone/>
            </a:pPr>
            <a:endParaRPr lang="en-US" altLang="en-US" sz="3900">
              <a:solidFill>
                <a:srgbClr val="525252"/>
              </a:solidFill>
              <a:latin typeface="Times New Roman" panose="02020603050405020304" pitchFamily="18" charset="0"/>
              <a:cs typeface="Times New Roman" panose="02020603050405020304" pitchFamily="18" charset="0"/>
            </a:endParaRPr>
          </a:p>
        </p:txBody>
      </p:sp>
      <p:sp>
        <p:nvSpPr>
          <p:cNvPr id="13" name="Title 1">
            <a:extLst>
              <a:ext uri="{FF2B5EF4-FFF2-40B4-BE49-F238E27FC236}">
                <a16:creationId xmlns:a16="http://schemas.microsoft.com/office/drawing/2014/main" id="{535E8792-0BCB-94BE-4A2D-063715ACAFAE}"/>
              </a:ext>
            </a:extLst>
          </p:cNvPr>
          <p:cNvSpPr txBox="1">
            <a:spLocks/>
          </p:cNvSpPr>
          <p:nvPr/>
        </p:nvSpPr>
        <p:spPr bwMode="auto">
          <a:xfrm>
            <a:off x="1941513" y="0"/>
            <a:ext cx="7773987" cy="639763"/>
          </a:xfrm>
          <a:prstGeom prst="rect">
            <a:avLst/>
          </a:prstGeom>
          <a:solidFill>
            <a:srgbClr val="7030A0"/>
          </a:solidFill>
          <a:ln>
            <a:solidFill>
              <a:schemeClr val="tx1"/>
            </a:solidFill>
          </a:ln>
        </p:spPr>
        <p:txBody>
          <a:bodyPr anchor="ctr">
            <a:normAutofit fontScale="97500"/>
          </a:bodyPr>
          <a:lstStyle>
            <a:lvl1pPr algn="ctr" rtl="0" eaLnBrk="0" fontAlgn="base" hangingPunct="0">
              <a:lnSpc>
                <a:spcPct val="90000"/>
              </a:lnSpc>
              <a:spcBef>
                <a:spcPct val="0"/>
              </a:spcBef>
              <a:spcAft>
                <a:spcPct val="0"/>
              </a:spcAft>
              <a:defRPr sz="6000" kern="1200">
                <a:solidFill>
                  <a:schemeClr val="tx1"/>
                </a:solidFill>
                <a:latin typeface="+mj-lt"/>
                <a:ea typeface="+mj-ea"/>
                <a:cs typeface="+mj-cs"/>
              </a:defRPr>
            </a:lvl1pPr>
            <a:lvl2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2pPr>
            <a:lvl3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3pPr>
            <a:lvl4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4pPr>
            <a:lvl5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5pPr>
            <a:lvl6pPr marL="457200" algn="l" rtl="0" fontAlgn="base">
              <a:lnSpc>
                <a:spcPct val="90000"/>
              </a:lnSpc>
              <a:spcBef>
                <a:spcPct val="0"/>
              </a:spcBef>
              <a:spcAft>
                <a:spcPct val="0"/>
              </a:spcAft>
              <a:defRPr sz="4400">
                <a:solidFill>
                  <a:schemeClr val="tx1"/>
                </a:solidFill>
                <a:latin typeface="Calibri Light" panose="020F0302020204030204" pitchFamily="34" charset="0"/>
              </a:defRPr>
            </a:lvl6pPr>
            <a:lvl7pPr marL="914400" algn="l" rtl="0" fontAlgn="base">
              <a:lnSpc>
                <a:spcPct val="90000"/>
              </a:lnSpc>
              <a:spcBef>
                <a:spcPct val="0"/>
              </a:spcBef>
              <a:spcAft>
                <a:spcPct val="0"/>
              </a:spcAft>
              <a:defRPr sz="4400">
                <a:solidFill>
                  <a:schemeClr val="tx1"/>
                </a:solidFill>
                <a:latin typeface="Calibri Light" panose="020F0302020204030204" pitchFamily="34" charset="0"/>
              </a:defRPr>
            </a:lvl7pPr>
            <a:lvl8pPr marL="1371600" algn="l" rtl="0" fontAlgn="base">
              <a:lnSpc>
                <a:spcPct val="90000"/>
              </a:lnSpc>
              <a:spcBef>
                <a:spcPct val="0"/>
              </a:spcBef>
              <a:spcAft>
                <a:spcPct val="0"/>
              </a:spcAft>
              <a:defRPr sz="4400">
                <a:solidFill>
                  <a:schemeClr val="tx1"/>
                </a:solidFill>
                <a:latin typeface="Calibri Light" panose="020F0302020204030204" pitchFamily="34" charset="0"/>
              </a:defRPr>
            </a:lvl8pPr>
            <a:lvl9pPr marL="1828800" algn="l" rtl="0" fontAlgn="base">
              <a:lnSpc>
                <a:spcPct val="90000"/>
              </a:lnSpc>
              <a:spcBef>
                <a:spcPct val="0"/>
              </a:spcBef>
              <a:spcAft>
                <a:spcPct val="0"/>
              </a:spcAft>
              <a:defRPr sz="4400">
                <a:solidFill>
                  <a:schemeClr val="tx1"/>
                </a:solidFill>
                <a:latin typeface="Calibri Light" panose="020F0302020204030204" pitchFamily="34" charset="0"/>
              </a:defRPr>
            </a:lvl9pPr>
          </a:lstStyle>
          <a:p>
            <a:pPr eaLnBrk="1" fontAlgn="auto" hangingPunct="1">
              <a:spcAft>
                <a:spcPts val="0"/>
              </a:spcAft>
              <a:defRPr/>
            </a:pPr>
            <a:r>
              <a:rPr lang="en-US" sz="3200" b="1" dirty="0">
                <a:solidFill>
                  <a:schemeClr val="bg1"/>
                </a:solidFill>
                <a:latin typeface="Times New Roman" pitchFamily="18" charset="0"/>
                <a:cs typeface="Times New Roman" pitchFamily="18" charset="0"/>
              </a:rPr>
              <a:t>System architecture/Block Diagram</a:t>
            </a:r>
          </a:p>
        </p:txBody>
      </p:sp>
      <p:pic>
        <p:nvPicPr>
          <p:cNvPr id="9221" name="Picture 2">
            <a:extLst>
              <a:ext uri="{FF2B5EF4-FFF2-40B4-BE49-F238E27FC236}">
                <a16:creationId xmlns:a16="http://schemas.microsoft.com/office/drawing/2014/main" id="{45DCBCE7-2E2D-43A9-9A40-60232CEDB8C3}"/>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214313" y="-65088"/>
            <a:ext cx="1638300" cy="13843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222" name="Picture 4">
            <a:extLst>
              <a:ext uri="{FF2B5EF4-FFF2-40B4-BE49-F238E27FC236}">
                <a16:creationId xmlns:a16="http://schemas.microsoft.com/office/drawing/2014/main" id="{12F68D7A-14CE-DB27-9DEB-08C22EFC2731}"/>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0529888" y="-96838"/>
            <a:ext cx="1662112" cy="13843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224" name="Picture 9223" descr="image4.png"/>
          <p:cNvPicPr>
            <a:picLocks noChangeAspect="1"/>
          </p:cNvPicPr>
          <p:nvPr/>
        </p:nvPicPr>
        <p:blipFill>
          <a:blip r:embed="rId4"/>
          <a:stretch>
            <a:fillRect/>
          </a:stretch>
        </p:blipFill>
        <p:spPr>
          <a:xfrm>
            <a:off x="1022205" y="1143334"/>
            <a:ext cx="10147590" cy="4816141"/>
          </a:xfrm>
          <a:prstGeom prst="rect">
            <a:avLst/>
          </a:prstGeom>
        </p:spPr>
      </p:pic>
      <p:pic>
        <p:nvPicPr>
          <p:cNvPr id="3" name="Picture 4">
            <a:extLst>
              <a:ext uri="{FF2B5EF4-FFF2-40B4-BE49-F238E27FC236}">
                <a16:creationId xmlns:a16="http://schemas.microsoft.com/office/drawing/2014/main" id="{289B7245-2919-DDE4-F4DD-408B17CD378C}"/>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0" y="6142038"/>
            <a:ext cx="12192000" cy="7159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45" name="Picture 2">
            <a:extLst>
              <a:ext uri="{FF2B5EF4-FFF2-40B4-BE49-F238E27FC236}">
                <a16:creationId xmlns:a16="http://schemas.microsoft.com/office/drawing/2014/main" id="{FEF63F63-D069-2FA4-47C3-EE4B866F67F7}"/>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214313" y="-65088"/>
            <a:ext cx="1638300" cy="13843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242" name="Rectangle 7">
            <a:extLst>
              <a:ext uri="{FF2B5EF4-FFF2-40B4-BE49-F238E27FC236}">
                <a16:creationId xmlns:a16="http://schemas.microsoft.com/office/drawing/2014/main" id="{3B30BF07-E536-B4B6-F793-2041CF38C7AB}"/>
              </a:ext>
            </a:extLst>
          </p:cNvPr>
          <p:cNvSpPr>
            <a:spLocks noChangeArrowheads="1"/>
          </p:cNvSpPr>
          <p:nvPr/>
        </p:nvSpPr>
        <p:spPr bwMode="auto">
          <a:xfrm>
            <a:off x="0" y="0"/>
            <a:ext cx="12192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endParaRPr lang="en-IN" altLang="en-US" sz="1800"/>
          </a:p>
        </p:txBody>
      </p:sp>
      <p:sp>
        <p:nvSpPr>
          <p:cNvPr id="10243" name="Title 1">
            <a:extLst>
              <a:ext uri="{FF2B5EF4-FFF2-40B4-BE49-F238E27FC236}">
                <a16:creationId xmlns:a16="http://schemas.microsoft.com/office/drawing/2014/main" id="{582E9A4F-A98B-9F11-8D5B-8A8A422D95B6}"/>
              </a:ext>
            </a:extLst>
          </p:cNvPr>
          <p:cNvSpPr txBox="1">
            <a:spLocks/>
          </p:cNvSpPr>
          <p:nvPr/>
        </p:nvSpPr>
        <p:spPr bwMode="auto">
          <a:xfrm>
            <a:off x="1396000" y="1416051"/>
            <a:ext cx="9400000" cy="4162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no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marL="342900" indent="-342900" algn="l">
              <a:lnSpc>
                <a:spcPct val="115000"/>
              </a:lnSpc>
              <a:buFont typeface="+mj-lt"/>
              <a:buAutoNum type="arabicPeriod"/>
            </a:pPr>
            <a:r>
              <a:rPr lang="en-US" sz="1800" dirty="0">
                <a:latin typeface="Times New Roman" panose="02020603050405020304" pitchFamily="18" charset="0"/>
                <a:cs typeface="Times New Roman" panose="02020603050405020304" pitchFamily="18" charset="0"/>
              </a:rPr>
              <a:t>Data Collection – Collect and organize data for Engine, Battery, Hydraulic, Fuel, and Landing Gear systems.</a:t>
            </a:r>
          </a:p>
          <a:p>
            <a:pPr marL="342900" indent="-342900" algn="l">
              <a:lnSpc>
                <a:spcPct val="115000"/>
              </a:lnSpc>
              <a:buFont typeface="+mj-lt"/>
              <a:buAutoNum type="arabicPeriod"/>
            </a:pPr>
            <a:r>
              <a:rPr lang="en-US" sz="1800" dirty="0">
                <a:latin typeface="Times New Roman" panose="02020603050405020304" pitchFamily="18" charset="0"/>
                <a:cs typeface="Times New Roman" panose="02020603050405020304" pitchFamily="18" charset="0"/>
              </a:rPr>
              <a:t>Data Preprocessing – Validate, clean, transform, and prepare the subsystem data for modelling.</a:t>
            </a:r>
          </a:p>
          <a:p>
            <a:pPr marL="342900" indent="-342900" algn="l">
              <a:lnSpc>
                <a:spcPct val="115000"/>
              </a:lnSpc>
              <a:buFont typeface="+mj-lt"/>
              <a:buAutoNum type="arabicPeriod"/>
            </a:pPr>
            <a:r>
              <a:rPr lang="en-US" sz="1800" dirty="0">
                <a:latin typeface="Times New Roman" panose="02020603050405020304" pitchFamily="18" charset="0"/>
                <a:cs typeface="Times New Roman" panose="02020603050405020304" pitchFamily="18" charset="0"/>
              </a:rPr>
              <a:t>Feature Engineering – Extract relevant sensor-based features to capture degradation and abnormal conditions.</a:t>
            </a:r>
          </a:p>
          <a:p>
            <a:pPr marL="342900" indent="-342900" algn="l">
              <a:lnSpc>
                <a:spcPct val="115000"/>
              </a:lnSpc>
              <a:buFont typeface="+mj-lt"/>
              <a:buAutoNum type="arabicPeriod"/>
            </a:pPr>
            <a:r>
              <a:rPr lang="en-US" sz="1800" dirty="0">
                <a:latin typeface="Times New Roman" panose="02020603050405020304" pitchFamily="18" charset="0"/>
                <a:cs typeface="Times New Roman" panose="02020603050405020304" pitchFamily="18" charset="0"/>
              </a:rPr>
              <a:t>Model Training &amp; Evaluation – Train and compare suitable ML models for RUL, SOH, and condition prediction.</a:t>
            </a:r>
          </a:p>
          <a:p>
            <a:pPr marL="342900" indent="-342900" algn="l">
              <a:lnSpc>
                <a:spcPct val="115000"/>
              </a:lnSpc>
              <a:buFont typeface="+mj-lt"/>
              <a:buAutoNum type="arabicPeriod"/>
            </a:pPr>
            <a:r>
              <a:rPr lang="en-US" sz="1800" dirty="0">
                <a:latin typeface="Times New Roman" panose="02020603050405020304" pitchFamily="18" charset="0"/>
                <a:cs typeface="Times New Roman" panose="02020603050405020304" pitchFamily="18" charset="0"/>
              </a:rPr>
              <a:t>Prediction &amp; Maintenance Decision – Generate predictions and convert them into maintenance recommendations and priority levels.</a:t>
            </a:r>
          </a:p>
          <a:p>
            <a:pPr marL="342900" indent="-342900" algn="l">
              <a:lnSpc>
                <a:spcPct val="115000"/>
              </a:lnSpc>
              <a:buFont typeface="+mj-lt"/>
              <a:buAutoNum type="arabicPeriod"/>
            </a:pPr>
            <a:r>
              <a:rPr lang="en-US" sz="1800" dirty="0">
                <a:latin typeface="Times New Roman" panose="02020603050405020304" pitchFamily="18" charset="0"/>
                <a:cs typeface="Times New Roman" panose="02020603050405020304" pitchFamily="18" charset="0"/>
              </a:rPr>
              <a:t>System Integration – Integrate the trained models with </a:t>
            </a:r>
            <a:r>
              <a:rPr lang="en-US" sz="1800" dirty="0" err="1">
                <a:latin typeface="Times New Roman" panose="02020603050405020304" pitchFamily="18" charset="0"/>
                <a:cs typeface="Times New Roman" panose="02020603050405020304" pitchFamily="18" charset="0"/>
              </a:rPr>
              <a:t>FastAPI</a:t>
            </a:r>
            <a:r>
              <a:rPr lang="en-US" sz="1800" dirty="0">
                <a:latin typeface="Times New Roman" panose="02020603050405020304" pitchFamily="18" charset="0"/>
                <a:cs typeface="Times New Roman" panose="02020603050405020304" pitchFamily="18" charset="0"/>
              </a:rPr>
              <a:t> and React for simulated real-time monitoring.</a:t>
            </a:r>
          </a:p>
        </p:txBody>
      </p:sp>
      <p:sp>
        <p:nvSpPr>
          <p:cNvPr id="13" name="Title 1">
            <a:extLst>
              <a:ext uri="{FF2B5EF4-FFF2-40B4-BE49-F238E27FC236}">
                <a16:creationId xmlns:a16="http://schemas.microsoft.com/office/drawing/2014/main" id="{68E47D71-DD8E-25F9-9D8D-338B412A5187}"/>
              </a:ext>
            </a:extLst>
          </p:cNvPr>
          <p:cNvSpPr txBox="1">
            <a:spLocks/>
          </p:cNvSpPr>
          <p:nvPr/>
        </p:nvSpPr>
        <p:spPr bwMode="auto">
          <a:xfrm>
            <a:off x="1941513" y="0"/>
            <a:ext cx="7773987" cy="639763"/>
          </a:xfrm>
          <a:prstGeom prst="rect">
            <a:avLst/>
          </a:prstGeom>
          <a:solidFill>
            <a:srgbClr val="7030A0"/>
          </a:solidFill>
          <a:ln>
            <a:solidFill>
              <a:schemeClr val="tx1"/>
            </a:solidFill>
          </a:ln>
        </p:spPr>
        <p:txBody>
          <a:bodyPr anchor="ctr">
            <a:normAutofit fontScale="97500"/>
          </a:bodyPr>
          <a:lstStyle>
            <a:lvl1pPr algn="ctr" rtl="0" eaLnBrk="0" fontAlgn="base" hangingPunct="0">
              <a:lnSpc>
                <a:spcPct val="90000"/>
              </a:lnSpc>
              <a:spcBef>
                <a:spcPct val="0"/>
              </a:spcBef>
              <a:spcAft>
                <a:spcPct val="0"/>
              </a:spcAft>
              <a:defRPr sz="6000" kern="1200">
                <a:solidFill>
                  <a:schemeClr val="tx1"/>
                </a:solidFill>
                <a:latin typeface="+mj-lt"/>
                <a:ea typeface="+mj-ea"/>
                <a:cs typeface="+mj-cs"/>
              </a:defRPr>
            </a:lvl1pPr>
            <a:lvl2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2pPr>
            <a:lvl3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3pPr>
            <a:lvl4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4pPr>
            <a:lvl5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5pPr>
            <a:lvl6pPr marL="457200" algn="l" rtl="0" fontAlgn="base">
              <a:lnSpc>
                <a:spcPct val="90000"/>
              </a:lnSpc>
              <a:spcBef>
                <a:spcPct val="0"/>
              </a:spcBef>
              <a:spcAft>
                <a:spcPct val="0"/>
              </a:spcAft>
              <a:defRPr sz="4400">
                <a:solidFill>
                  <a:schemeClr val="tx1"/>
                </a:solidFill>
                <a:latin typeface="Calibri Light" panose="020F0302020204030204" pitchFamily="34" charset="0"/>
              </a:defRPr>
            </a:lvl6pPr>
            <a:lvl7pPr marL="914400" algn="l" rtl="0" fontAlgn="base">
              <a:lnSpc>
                <a:spcPct val="90000"/>
              </a:lnSpc>
              <a:spcBef>
                <a:spcPct val="0"/>
              </a:spcBef>
              <a:spcAft>
                <a:spcPct val="0"/>
              </a:spcAft>
              <a:defRPr sz="4400">
                <a:solidFill>
                  <a:schemeClr val="tx1"/>
                </a:solidFill>
                <a:latin typeface="Calibri Light" panose="020F0302020204030204" pitchFamily="34" charset="0"/>
              </a:defRPr>
            </a:lvl7pPr>
            <a:lvl8pPr marL="1371600" algn="l" rtl="0" fontAlgn="base">
              <a:lnSpc>
                <a:spcPct val="90000"/>
              </a:lnSpc>
              <a:spcBef>
                <a:spcPct val="0"/>
              </a:spcBef>
              <a:spcAft>
                <a:spcPct val="0"/>
              </a:spcAft>
              <a:defRPr sz="4400">
                <a:solidFill>
                  <a:schemeClr val="tx1"/>
                </a:solidFill>
                <a:latin typeface="Calibri Light" panose="020F0302020204030204" pitchFamily="34" charset="0"/>
              </a:defRPr>
            </a:lvl8pPr>
            <a:lvl9pPr marL="1828800" algn="l" rtl="0" fontAlgn="base">
              <a:lnSpc>
                <a:spcPct val="90000"/>
              </a:lnSpc>
              <a:spcBef>
                <a:spcPct val="0"/>
              </a:spcBef>
              <a:spcAft>
                <a:spcPct val="0"/>
              </a:spcAft>
              <a:defRPr sz="4400">
                <a:solidFill>
                  <a:schemeClr val="tx1"/>
                </a:solidFill>
                <a:latin typeface="Calibri Light" panose="020F0302020204030204" pitchFamily="34" charset="0"/>
              </a:defRPr>
            </a:lvl9pPr>
          </a:lstStyle>
          <a:p>
            <a:pPr eaLnBrk="1" fontAlgn="auto" hangingPunct="1">
              <a:spcAft>
                <a:spcPts val="0"/>
              </a:spcAft>
              <a:defRPr/>
            </a:pPr>
            <a:r>
              <a:rPr lang="en-US" sz="3200" b="1" dirty="0">
                <a:solidFill>
                  <a:schemeClr val="bg1"/>
                </a:solidFill>
                <a:latin typeface="Times New Roman" pitchFamily="18" charset="0"/>
                <a:cs typeface="Times New Roman" pitchFamily="18" charset="0"/>
              </a:rPr>
              <a:t>Methodology and Tool Used</a:t>
            </a:r>
          </a:p>
        </p:txBody>
      </p:sp>
      <p:pic>
        <p:nvPicPr>
          <p:cNvPr id="10246" name="Picture 4">
            <a:extLst>
              <a:ext uri="{FF2B5EF4-FFF2-40B4-BE49-F238E27FC236}">
                <a16:creationId xmlns:a16="http://schemas.microsoft.com/office/drawing/2014/main" id="{B3B92701-36ED-A387-3508-3830818FD50D}"/>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0529888" y="-96838"/>
            <a:ext cx="1662112" cy="13843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247" name="Picture 4">
            <a:extLst>
              <a:ext uri="{FF2B5EF4-FFF2-40B4-BE49-F238E27FC236}">
                <a16:creationId xmlns:a16="http://schemas.microsoft.com/office/drawing/2014/main" id="{9E359802-9CC5-88F3-839B-66B4D4985AF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6142038"/>
            <a:ext cx="12192000" cy="7159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88CD32-5BE1-241F-BDAE-E0C995F09127}"/>
            </a:ext>
          </a:extLst>
        </p:cNvPr>
        <p:cNvGrpSpPr/>
        <p:nvPr/>
      </p:nvGrpSpPr>
      <p:grpSpPr>
        <a:xfrm>
          <a:off x="0" y="0"/>
          <a:ext cx="0" cy="0"/>
          <a:chOff x="0" y="0"/>
          <a:chExt cx="0" cy="0"/>
        </a:xfrm>
      </p:grpSpPr>
      <p:pic>
        <p:nvPicPr>
          <p:cNvPr id="10245" name="Picture 2">
            <a:extLst>
              <a:ext uri="{FF2B5EF4-FFF2-40B4-BE49-F238E27FC236}">
                <a16:creationId xmlns:a16="http://schemas.microsoft.com/office/drawing/2014/main" id="{7C2E4CEC-4DBC-BD02-745A-01DFFBE63049}"/>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214313" y="-65088"/>
            <a:ext cx="1638300" cy="13843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242" name="Rectangle 7">
            <a:extLst>
              <a:ext uri="{FF2B5EF4-FFF2-40B4-BE49-F238E27FC236}">
                <a16:creationId xmlns:a16="http://schemas.microsoft.com/office/drawing/2014/main" id="{BB09B622-F95D-9E9A-7A94-70FCF7D7FC03}"/>
              </a:ext>
            </a:extLst>
          </p:cNvPr>
          <p:cNvSpPr>
            <a:spLocks noChangeArrowheads="1"/>
          </p:cNvSpPr>
          <p:nvPr/>
        </p:nvSpPr>
        <p:spPr bwMode="auto">
          <a:xfrm>
            <a:off x="0" y="0"/>
            <a:ext cx="12192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endParaRPr lang="en-IN" altLang="en-US" sz="1800"/>
          </a:p>
        </p:txBody>
      </p:sp>
      <p:sp>
        <p:nvSpPr>
          <p:cNvPr id="10243" name="Title 1">
            <a:extLst>
              <a:ext uri="{FF2B5EF4-FFF2-40B4-BE49-F238E27FC236}">
                <a16:creationId xmlns:a16="http://schemas.microsoft.com/office/drawing/2014/main" id="{F815157B-BABC-28AB-7871-063D2EFFB223}"/>
              </a:ext>
            </a:extLst>
          </p:cNvPr>
          <p:cNvSpPr txBox="1">
            <a:spLocks/>
          </p:cNvSpPr>
          <p:nvPr/>
        </p:nvSpPr>
        <p:spPr bwMode="auto">
          <a:xfrm>
            <a:off x="2379734" y="1220724"/>
            <a:ext cx="6142474" cy="44165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no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nSpc>
                <a:spcPct val="115000"/>
              </a:lnSpc>
              <a:buNone/>
            </a:pPr>
            <a:r>
              <a:rPr lang="en-IN" sz="1800" u="sng" dirty="0">
                <a:latin typeface="Times New Roman" panose="02020603050405020304" pitchFamily="18" charset="0"/>
                <a:cs typeface="Times New Roman" panose="02020603050405020304" pitchFamily="18" charset="0"/>
              </a:rPr>
              <a:t>Tools &amp; Technologies Used</a:t>
            </a:r>
          </a:p>
          <a:p>
            <a:pPr marL="285750" indent="-285750">
              <a:lnSpc>
                <a:spcPct val="115000"/>
              </a:lnSpc>
              <a:buFont typeface="Arial"/>
              <a:buChar char="•"/>
            </a:pPr>
            <a:r>
              <a:rPr lang="en-IN" sz="1800" dirty="0">
                <a:latin typeface="Times New Roman" panose="02020603050405020304" pitchFamily="18" charset="0"/>
                <a:cs typeface="Times New Roman" panose="02020603050405020304" pitchFamily="18" charset="0"/>
              </a:rPr>
              <a:t>Programming Language: Python</a:t>
            </a:r>
          </a:p>
          <a:p>
            <a:pPr marL="285750" indent="-285750">
              <a:lnSpc>
                <a:spcPct val="115000"/>
              </a:lnSpc>
              <a:buFont typeface="Arial"/>
              <a:buChar char="•"/>
            </a:pPr>
            <a:r>
              <a:rPr lang="en-IN" sz="1800" dirty="0">
                <a:latin typeface="Times New Roman" panose="02020603050405020304" pitchFamily="18" charset="0"/>
                <a:cs typeface="Times New Roman" panose="02020603050405020304" pitchFamily="18" charset="0"/>
              </a:rPr>
              <a:t>Machine Learning: Scikit-learn</a:t>
            </a:r>
          </a:p>
          <a:p>
            <a:pPr marL="285750" indent="-285750">
              <a:lnSpc>
                <a:spcPct val="115000"/>
              </a:lnSpc>
              <a:buFont typeface="Arial"/>
              <a:buChar char="•"/>
            </a:pPr>
            <a:r>
              <a:rPr lang="en-IN" sz="1800" dirty="0">
                <a:latin typeface="Times New Roman" panose="02020603050405020304" pitchFamily="18" charset="0"/>
                <a:cs typeface="Times New Roman" panose="02020603050405020304" pitchFamily="18" charset="0"/>
              </a:rPr>
              <a:t>Data Processing: Pandas, NumPy</a:t>
            </a:r>
          </a:p>
          <a:p>
            <a:pPr marL="285750" indent="-285750">
              <a:lnSpc>
                <a:spcPct val="115000"/>
              </a:lnSpc>
              <a:buFont typeface="Arial"/>
              <a:buChar char="•"/>
            </a:pPr>
            <a:r>
              <a:rPr lang="en-IN" sz="1800" dirty="0">
                <a:latin typeface="Times New Roman" panose="02020603050405020304" pitchFamily="18" charset="0"/>
                <a:cs typeface="Times New Roman" panose="02020603050405020304" pitchFamily="18" charset="0"/>
              </a:rPr>
              <a:t>Data Analysis &amp; Visualization: Matplotlib, </a:t>
            </a:r>
            <a:r>
              <a:rPr lang="en-IN" sz="1800" dirty="0" err="1">
                <a:latin typeface="Times New Roman" panose="02020603050405020304" pitchFamily="18" charset="0"/>
                <a:cs typeface="Times New Roman" panose="02020603050405020304" pitchFamily="18" charset="0"/>
              </a:rPr>
              <a:t>Plotly</a:t>
            </a:r>
            <a:endParaRPr lang="en-IN" sz="1800" dirty="0">
              <a:latin typeface="Times New Roman" panose="02020603050405020304" pitchFamily="18" charset="0"/>
              <a:cs typeface="Times New Roman" panose="02020603050405020304" pitchFamily="18" charset="0"/>
            </a:endParaRPr>
          </a:p>
          <a:p>
            <a:pPr marL="285750" indent="-285750">
              <a:lnSpc>
                <a:spcPct val="115000"/>
              </a:lnSpc>
              <a:buFont typeface="Arial"/>
              <a:buChar char="•"/>
            </a:pPr>
            <a:r>
              <a:rPr lang="en-IN" sz="1800" dirty="0">
                <a:latin typeface="Times New Roman" panose="02020603050405020304" pitchFamily="18" charset="0"/>
                <a:cs typeface="Times New Roman" panose="02020603050405020304" pitchFamily="18" charset="0"/>
              </a:rPr>
              <a:t>Backend: </a:t>
            </a:r>
            <a:r>
              <a:rPr lang="en-IN" sz="1800" dirty="0" err="1">
                <a:latin typeface="Times New Roman" panose="02020603050405020304" pitchFamily="18" charset="0"/>
                <a:cs typeface="Times New Roman" panose="02020603050405020304" pitchFamily="18" charset="0"/>
              </a:rPr>
              <a:t>FastAPI</a:t>
            </a:r>
            <a:endParaRPr lang="en-IN" sz="1800" dirty="0">
              <a:latin typeface="Times New Roman" panose="02020603050405020304" pitchFamily="18" charset="0"/>
              <a:cs typeface="Times New Roman" panose="02020603050405020304" pitchFamily="18" charset="0"/>
            </a:endParaRPr>
          </a:p>
          <a:p>
            <a:pPr marL="285750" indent="-285750">
              <a:lnSpc>
                <a:spcPct val="115000"/>
              </a:lnSpc>
              <a:buFont typeface="Arial"/>
              <a:buChar char="•"/>
            </a:pPr>
            <a:r>
              <a:rPr lang="en-IN" sz="1800" dirty="0">
                <a:latin typeface="Times New Roman" panose="02020603050405020304" pitchFamily="18" charset="0"/>
                <a:cs typeface="Times New Roman" panose="02020603050405020304" pitchFamily="18" charset="0"/>
              </a:rPr>
              <a:t>Frontend: React.js, Vite</a:t>
            </a:r>
          </a:p>
          <a:p>
            <a:pPr marL="285750" indent="-285750">
              <a:lnSpc>
                <a:spcPct val="115000"/>
              </a:lnSpc>
              <a:buFont typeface="Arial"/>
              <a:buChar char="•"/>
            </a:pPr>
            <a:r>
              <a:rPr lang="en-IN" sz="1800" dirty="0">
                <a:latin typeface="Times New Roman" panose="02020603050405020304" pitchFamily="18" charset="0"/>
                <a:cs typeface="Times New Roman" panose="02020603050405020304" pitchFamily="18" charset="0"/>
              </a:rPr>
              <a:t>UI &amp; Visualization: Tailwind CSS, Recharts, </a:t>
            </a:r>
            <a:r>
              <a:rPr lang="en-IN" sz="1800" dirty="0" err="1">
                <a:latin typeface="Times New Roman" panose="02020603050405020304" pitchFamily="18" charset="0"/>
                <a:cs typeface="Times New Roman" panose="02020603050405020304" pitchFamily="18" charset="0"/>
              </a:rPr>
              <a:t>Lucide</a:t>
            </a:r>
            <a:r>
              <a:rPr lang="en-IN" sz="1800" dirty="0">
                <a:latin typeface="Times New Roman" panose="02020603050405020304" pitchFamily="18" charset="0"/>
                <a:cs typeface="Times New Roman" panose="02020603050405020304" pitchFamily="18" charset="0"/>
              </a:rPr>
              <a:t> React</a:t>
            </a:r>
          </a:p>
          <a:p>
            <a:pPr marL="285750" indent="-285750">
              <a:lnSpc>
                <a:spcPct val="115000"/>
              </a:lnSpc>
              <a:buFont typeface="Arial"/>
              <a:buChar char="•"/>
            </a:pPr>
            <a:r>
              <a:rPr lang="en-IN" sz="1800" dirty="0">
                <a:latin typeface="Times New Roman" panose="02020603050405020304" pitchFamily="18" charset="0"/>
                <a:cs typeface="Times New Roman" panose="02020603050405020304" pitchFamily="18" charset="0"/>
              </a:rPr>
              <a:t>Real-Time Data: REST APIs and Simulated Sensor Data</a:t>
            </a:r>
          </a:p>
          <a:p>
            <a:pPr marL="285750" indent="-285750">
              <a:lnSpc>
                <a:spcPct val="115000"/>
              </a:lnSpc>
              <a:buFont typeface="Arial"/>
              <a:buChar char="•"/>
            </a:pPr>
            <a:r>
              <a:rPr lang="en-IN" sz="1800" dirty="0">
                <a:latin typeface="Times New Roman" panose="02020603050405020304" pitchFamily="18" charset="0"/>
                <a:cs typeface="Times New Roman" panose="02020603050405020304" pitchFamily="18" charset="0"/>
              </a:rPr>
              <a:t>Development Tools: VS Code, Jupyter Notebook, Git/GitHub</a:t>
            </a:r>
          </a:p>
        </p:txBody>
      </p:sp>
      <p:sp>
        <p:nvSpPr>
          <p:cNvPr id="13" name="Title 1">
            <a:extLst>
              <a:ext uri="{FF2B5EF4-FFF2-40B4-BE49-F238E27FC236}">
                <a16:creationId xmlns:a16="http://schemas.microsoft.com/office/drawing/2014/main" id="{5E399F4D-6E08-8571-ADE3-9480649B2E43}"/>
              </a:ext>
            </a:extLst>
          </p:cNvPr>
          <p:cNvSpPr txBox="1">
            <a:spLocks/>
          </p:cNvSpPr>
          <p:nvPr/>
        </p:nvSpPr>
        <p:spPr bwMode="auto">
          <a:xfrm>
            <a:off x="1941513" y="0"/>
            <a:ext cx="7773987" cy="639763"/>
          </a:xfrm>
          <a:prstGeom prst="rect">
            <a:avLst/>
          </a:prstGeom>
          <a:solidFill>
            <a:srgbClr val="7030A0"/>
          </a:solidFill>
          <a:ln>
            <a:solidFill>
              <a:schemeClr val="tx1"/>
            </a:solidFill>
          </a:ln>
        </p:spPr>
        <p:txBody>
          <a:bodyPr anchor="ctr">
            <a:normAutofit fontScale="97500"/>
          </a:bodyPr>
          <a:lstStyle>
            <a:lvl1pPr algn="ctr" rtl="0" eaLnBrk="0" fontAlgn="base" hangingPunct="0">
              <a:lnSpc>
                <a:spcPct val="90000"/>
              </a:lnSpc>
              <a:spcBef>
                <a:spcPct val="0"/>
              </a:spcBef>
              <a:spcAft>
                <a:spcPct val="0"/>
              </a:spcAft>
              <a:defRPr sz="6000" kern="1200">
                <a:solidFill>
                  <a:schemeClr val="tx1"/>
                </a:solidFill>
                <a:latin typeface="+mj-lt"/>
                <a:ea typeface="+mj-ea"/>
                <a:cs typeface="+mj-cs"/>
              </a:defRPr>
            </a:lvl1pPr>
            <a:lvl2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2pPr>
            <a:lvl3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3pPr>
            <a:lvl4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4pPr>
            <a:lvl5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5pPr>
            <a:lvl6pPr marL="457200" algn="l" rtl="0" fontAlgn="base">
              <a:lnSpc>
                <a:spcPct val="90000"/>
              </a:lnSpc>
              <a:spcBef>
                <a:spcPct val="0"/>
              </a:spcBef>
              <a:spcAft>
                <a:spcPct val="0"/>
              </a:spcAft>
              <a:defRPr sz="4400">
                <a:solidFill>
                  <a:schemeClr val="tx1"/>
                </a:solidFill>
                <a:latin typeface="Calibri Light" panose="020F0302020204030204" pitchFamily="34" charset="0"/>
              </a:defRPr>
            </a:lvl6pPr>
            <a:lvl7pPr marL="914400" algn="l" rtl="0" fontAlgn="base">
              <a:lnSpc>
                <a:spcPct val="90000"/>
              </a:lnSpc>
              <a:spcBef>
                <a:spcPct val="0"/>
              </a:spcBef>
              <a:spcAft>
                <a:spcPct val="0"/>
              </a:spcAft>
              <a:defRPr sz="4400">
                <a:solidFill>
                  <a:schemeClr val="tx1"/>
                </a:solidFill>
                <a:latin typeface="Calibri Light" panose="020F0302020204030204" pitchFamily="34" charset="0"/>
              </a:defRPr>
            </a:lvl7pPr>
            <a:lvl8pPr marL="1371600" algn="l" rtl="0" fontAlgn="base">
              <a:lnSpc>
                <a:spcPct val="90000"/>
              </a:lnSpc>
              <a:spcBef>
                <a:spcPct val="0"/>
              </a:spcBef>
              <a:spcAft>
                <a:spcPct val="0"/>
              </a:spcAft>
              <a:defRPr sz="4400">
                <a:solidFill>
                  <a:schemeClr val="tx1"/>
                </a:solidFill>
                <a:latin typeface="Calibri Light" panose="020F0302020204030204" pitchFamily="34" charset="0"/>
              </a:defRPr>
            </a:lvl8pPr>
            <a:lvl9pPr marL="1828800" algn="l" rtl="0" fontAlgn="base">
              <a:lnSpc>
                <a:spcPct val="90000"/>
              </a:lnSpc>
              <a:spcBef>
                <a:spcPct val="0"/>
              </a:spcBef>
              <a:spcAft>
                <a:spcPct val="0"/>
              </a:spcAft>
              <a:defRPr sz="4400">
                <a:solidFill>
                  <a:schemeClr val="tx1"/>
                </a:solidFill>
                <a:latin typeface="Calibri Light" panose="020F0302020204030204" pitchFamily="34" charset="0"/>
              </a:defRPr>
            </a:lvl9pPr>
          </a:lstStyle>
          <a:p>
            <a:pPr eaLnBrk="1" fontAlgn="auto" hangingPunct="1">
              <a:spcAft>
                <a:spcPts val="0"/>
              </a:spcAft>
              <a:defRPr/>
            </a:pPr>
            <a:r>
              <a:rPr lang="en-US" sz="3200" b="1" dirty="0">
                <a:solidFill>
                  <a:schemeClr val="bg1"/>
                </a:solidFill>
                <a:latin typeface="Times New Roman" pitchFamily="18" charset="0"/>
                <a:cs typeface="Times New Roman" pitchFamily="18" charset="0"/>
              </a:rPr>
              <a:t>Methodology and Tool Used</a:t>
            </a:r>
          </a:p>
        </p:txBody>
      </p:sp>
      <p:pic>
        <p:nvPicPr>
          <p:cNvPr id="10246" name="Picture 4">
            <a:extLst>
              <a:ext uri="{FF2B5EF4-FFF2-40B4-BE49-F238E27FC236}">
                <a16:creationId xmlns:a16="http://schemas.microsoft.com/office/drawing/2014/main" id="{D5E48057-017C-47AB-EA3A-F1E36D320B9C}"/>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0529888" y="-96838"/>
            <a:ext cx="1662112" cy="13843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247" name="Picture 4">
            <a:extLst>
              <a:ext uri="{FF2B5EF4-FFF2-40B4-BE49-F238E27FC236}">
                <a16:creationId xmlns:a16="http://schemas.microsoft.com/office/drawing/2014/main" id="{28FED399-0332-A208-A0CD-3F336D87A9A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6142038"/>
            <a:ext cx="12192000" cy="7159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08664814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7">
            <a:extLst>
              <a:ext uri="{FF2B5EF4-FFF2-40B4-BE49-F238E27FC236}">
                <a16:creationId xmlns:a16="http://schemas.microsoft.com/office/drawing/2014/main" id="{AFCEF230-3085-58B0-1F4E-7C45136740E7}"/>
              </a:ext>
            </a:extLst>
          </p:cNvPr>
          <p:cNvSpPr>
            <a:spLocks noChangeArrowheads="1"/>
          </p:cNvSpPr>
          <p:nvPr/>
        </p:nvSpPr>
        <p:spPr bwMode="auto">
          <a:xfrm>
            <a:off x="0" y="0"/>
            <a:ext cx="12192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endParaRPr lang="en-IN" altLang="en-US" sz="1800"/>
          </a:p>
        </p:txBody>
      </p:sp>
      <p:sp>
        <p:nvSpPr>
          <p:cNvPr id="11267" name="Title 1">
            <a:extLst>
              <a:ext uri="{FF2B5EF4-FFF2-40B4-BE49-F238E27FC236}">
                <a16:creationId xmlns:a16="http://schemas.microsoft.com/office/drawing/2014/main" id="{1FF02D81-4E11-6740-9A07-8EB97E31342D}"/>
              </a:ext>
            </a:extLst>
          </p:cNvPr>
          <p:cNvSpPr txBox="1">
            <a:spLocks/>
          </p:cNvSpPr>
          <p:nvPr/>
        </p:nvSpPr>
        <p:spPr bwMode="auto">
          <a:xfrm>
            <a:off x="1762125" y="1016222"/>
            <a:ext cx="8667750" cy="47493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no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marL="342900" indent="-342900" algn="l">
              <a:lnSpc>
                <a:spcPct val="150000"/>
              </a:lnSpc>
              <a:buFont typeface="+mj-lt"/>
              <a:buAutoNum type="arabicPeriod"/>
            </a:pPr>
            <a:r>
              <a:rPr lang="en-US" sz="1800" dirty="0">
                <a:latin typeface="Times New Roman" panose="02020603050405020304" pitchFamily="18" charset="0"/>
                <a:cs typeface="Times New Roman" panose="02020603050405020304" pitchFamily="18" charset="0"/>
              </a:rPr>
              <a:t>Finalized the five-subsystem scope: Engine, Battery, Hydraulic, Fuel, and Landing Gear.</a:t>
            </a:r>
          </a:p>
          <a:p>
            <a:pPr marL="342900" indent="-342900" algn="l">
              <a:lnSpc>
                <a:spcPct val="150000"/>
              </a:lnSpc>
              <a:buFont typeface="+mj-lt"/>
              <a:buAutoNum type="arabicPeriod"/>
            </a:pPr>
            <a:r>
              <a:rPr lang="en-US" sz="1800" dirty="0">
                <a:latin typeface="Times New Roman" panose="02020603050405020304" pitchFamily="18" charset="0"/>
                <a:cs typeface="Times New Roman" panose="02020603050405020304" pitchFamily="18" charset="0"/>
              </a:rPr>
              <a:t>Completed dataset collection, validation, preprocessing, and feature engineering for the selected systems.</a:t>
            </a:r>
          </a:p>
          <a:p>
            <a:pPr marL="342900" indent="-342900" algn="l">
              <a:lnSpc>
                <a:spcPct val="150000"/>
              </a:lnSpc>
              <a:buFont typeface="+mj-lt"/>
              <a:buAutoNum type="arabicPeriod"/>
            </a:pPr>
            <a:r>
              <a:rPr lang="en-US" sz="1800" dirty="0">
                <a:latin typeface="Times New Roman" panose="02020603050405020304" pitchFamily="18" charset="0"/>
                <a:cs typeface="Times New Roman" panose="02020603050405020304" pitchFamily="18" charset="0"/>
              </a:rPr>
              <a:t>Developed and evaluated subsystem-specific ML models for RUL, SOH, fault, and condition prediction.</a:t>
            </a:r>
          </a:p>
          <a:p>
            <a:pPr marL="342900" indent="-342900" algn="l">
              <a:lnSpc>
                <a:spcPct val="150000"/>
              </a:lnSpc>
              <a:buFont typeface="+mj-lt"/>
              <a:buAutoNum type="arabicPeriod"/>
            </a:pPr>
            <a:r>
              <a:rPr lang="en-US" sz="1800" dirty="0">
                <a:latin typeface="Times New Roman" panose="02020603050405020304" pitchFamily="18" charset="0"/>
                <a:cs typeface="Times New Roman" panose="02020603050405020304" pitchFamily="18" charset="0"/>
              </a:rPr>
              <a:t>Implemented </a:t>
            </a:r>
            <a:r>
              <a:rPr lang="en-US" sz="1800" dirty="0" err="1">
                <a:latin typeface="Times New Roman" panose="02020603050405020304" pitchFamily="18" charset="0"/>
                <a:cs typeface="Times New Roman" panose="02020603050405020304" pitchFamily="18" charset="0"/>
              </a:rPr>
              <a:t>FastAPI</a:t>
            </a:r>
            <a:r>
              <a:rPr lang="en-US" sz="1800" dirty="0">
                <a:latin typeface="Times New Roman" panose="02020603050405020304" pitchFamily="18" charset="0"/>
                <a:cs typeface="Times New Roman" panose="02020603050405020304" pitchFamily="18" charset="0"/>
              </a:rPr>
              <a:t> backend APIs and integrated the trained model workflows.</a:t>
            </a:r>
          </a:p>
          <a:p>
            <a:pPr marL="342900" indent="-342900" algn="l">
              <a:lnSpc>
                <a:spcPct val="150000"/>
              </a:lnSpc>
              <a:buFont typeface="+mj-lt"/>
              <a:buAutoNum type="arabicPeriod"/>
            </a:pPr>
            <a:r>
              <a:rPr lang="en-US" sz="1800" dirty="0">
                <a:latin typeface="Times New Roman" panose="02020603050405020304" pitchFamily="18" charset="0"/>
                <a:cs typeface="Times New Roman" panose="02020603050405020304" pitchFamily="18" charset="0"/>
              </a:rPr>
              <a:t>Developed and connected the React-based dashboard for model interaction and simulated monitoring.</a:t>
            </a:r>
          </a:p>
          <a:p>
            <a:pPr marL="342900" indent="-342900" algn="l">
              <a:lnSpc>
                <a:spcPct val="150000"/>
              </a:lnSpc>
              <a:buFont typeface="+mj-lt"/>
              <a:buAutoNum type="arabicPeriod"/>
            </a:pPr>
            <a:r>
              <a:rPr lang="en-US" sz="1800" dirty="0">
                <a:latin typeface="Times New Roman" panose="02020603050405020304" pitchFamily="18" charset="0"/>
                <a:cs typeface="Times New Roman" panose="02020603050405020304" pitchFamily="18" charset="0"/>
              </a:rPr>
              <a:t>Completed extensive testing, validation, reproducibility checks, and technical documentation.</a:t>
            </a:r>
          </a:p>
        </p:txBody>
      </p:sp>
      <p:sp>
        <p:nvSpPr>
          <p:cNvPr id="13" name="Title 1">
            <a:extLst>
              <a:ext uri="{FF2B5EF4-FFF2-40B4-BE49-F238E27FC236}">
                <a16:creationId xmlns:a16="http://schemas.microsoft.com/office/drawing/2014/main" id="{F4287D39-66A2-F279-6A86-753D2EB5108A}"/>
              </a:ext>
            </a:extLst>
          </p:cNvPr>
          <p:cNvSpPr txBox="1">
            <a:spLocks/>
          </p:cNvSpPr>
          <p:nvPr/>
        </p:nvSpPr>
        <p:spPr bwMode="auto">
          <a:xfrm>
            <a:off x="1941513" y="0"/>
            <a:ext cx="7773987" cy="639763"/>
          </a:xfrm>
          <a:prstGeom prst="rect">
            <a:avLst/>
          </a:prstGeom>
          <a:solidFill>
            <a:srgbClr val="7030A0"/>
          </a:solidFill>
          <a:ln>
            <a:solidFill>
              <a:schemeClr val="tx1"/>
            </a:solidFill>
          </a:ln>
        </p:spPr>
        <p:txBody>
          <a:bodyPr anchor="ctr">
            <a:normAutofit fontScale="90000"/>
          </a:bodyPr>
          <a:lstStyle>
            <a:lvl1pPr algn="ctr" rtl="0" eaLnBrk="0" fontAlgn="base" hangingPunct="0">
              <a:lnSpc>
                <a:spcPct val="90000"/>
              </a:lnSpc>
              <a:spcBef>
                <a:spcPct val="0"/>
              </a:spcBef>
              <a:spcAft>
                <a:spcPct val="0"/>
              </a:spcAft>
              <a:defRPr sz="6000" kern="1200">
                <a:solidFill>
                  <a:schemeClr val="tx1"/>
                </a:solidFill>
                <a:latin typeface="+mj-lt"/>
                <a:ea typeface="+mj-ea"/>
                <a:cs typeface="+mj-cs"/>
              </a:defRPr>
            </a:lvl1pPr>
            <a:lvl2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2pPr>
            <a:lvl3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3pPr>
            <a:lvl4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4pPr>
            <a:lvl5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5pPr>
            <a:lvl6pPr marL="457200" algn="l" rtl="0" fontAlgn="base">
              <a:lnSpc>
                <a:spcPct val="90000"/>
              </a:lnSpc>
              <a:spcBef>
                <a:spcPct val="0"/>
              </a:spcBef>
              <a:spcAft>
                <a:spcPct val="0"/>
              </a:spcAft>
              <a:defRPr sz="4400">
                <a:solidFill>
                  <a:schemeClr val="tx1"/>
                </a:solidFill>
                <a:latin typeface="Calibri Light" panose="020F0302020204030204" pitchFamily="34" charset="0"/>
              </a:defRPr>
            </a:lvl6pPr>
            <a:lvl7pPr marL="914400" algn="l" rtl="0" fontAlgn="base">
              <a:lnSpc>
                <a:spcPct val="90000"/>
              </a:lnSpc>
              <a:spcBef>
                <a:spcPct val="0"/>
              </a:spcBef>
              <a:spcAft>
                <a:spcPct val="0"/>
              </a:spcAft>
              <a:defRPr sz="4400">
                <a:solidFill>
                  <a:schemeClr val="tx1"/>
                </a:solidFill>
                <a:latin typeface="Calibri Light" panose="020F0302020204030204" pitchFamily="34" charset="0"/>
              </a:defRPr>
            </a:lvl7pPr>
            <a:lvl8pPr marL="1371600" algn="l" rtl="0" fontAlgn="base">
              <a:lnSpc>
                <a:spcPct val="90000"/>
              </a:lnSpc>
              <a:spcBef>
                <a:spcPct val="0"/>
              </a:spcBef>
              <a:spcAft>
                <a:spcPct val="0"/>
              </a:spcAft>
              <a:defRPr sz="4400">
                <a:solidFill>
                  <a:schemeClr val="tx1"/>
                </a:solidFill>
                <a:latin typeface="Calibri Light" panose="020F0302020204030204" pitchFamily="34" charset="0"/>
              </a:defRPr>
            </a:lvl8pPr>
            <a:lvl9pPr marL="1828800" algn="l" rtl="0" fontAlgn="base">
              <a:lnSpc>
                <a:spcPct val="90000"/>
              </a:lnSpc>
              <a:spcBef>
                <a:spcPct val="0"/>
              </a:spcBef>
              <a:spcAft>
                <a:spcPct val="0"/>
              </a:spcAft>
              <a:defRPr sz="4400">
                <a:solidFill>
                  <a:schemeClr val="tx1"/>
                </a:solidFill>
                <a:latin typeface="Calibri Light" panose="020F0302020204030204" pitchFamily="34" charset="0"/>
              </a:defRPr>
            </a:lvl9pPr>
          </a:lstStyle>
          <a:p>
            <a:pPr eaLnBrk="1" fontAlgn="auto" hangingPunct="1">
              <a:spcAft>
                <a:spcPts val="0"/>
              </a:spcAft>
              <a:defRPr/>
            </a:pPr>
            <a:r>
              <a:rPr lang="en-US" sz="3200" b="1" dirty="0">
                <a:solidFill>
                  <a:schemeClr val="bg1"/>
                </a:solidFill>
                <a:latin typeface="Times New Roman" pitchFamily="18" charset="0"/>
                <a:cs typeface="Times New Roman" pitchFamily="18" charset="0"/>
              </a:rPr>
              <a:t>Initial implementation/Work completed so far</a:t>
            </a:r>
          </a:p>
        </p:txBody>
      </p:sp>
      <p:pic>
        <p:nvPicPr>
          <p:cNvPr id="11269" name="Picture 2">
            <a:extLst>
              <a:ext uri="{FF2B5EF4-FFF2-40B4-BE49-F238E27FC236}">
                <a16:creationId xmlns:a16="http://schemas.microsoft.com/office/drawing/2014/main" id="{89B0D702-625C-3E8D-2C89-B2B9B3FCD77E}"/>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214313" y="-65088"/>
            <a:ext cx="1638300" cy="13843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270" name="Picture 4">
            <a:extLst>
              <a:ext uri="{FF2B5EF4-FFF2-40B4-BE49-F238E27FC236}">
                <a16:creationId xmlns:a16="http://schemas.microsoft.com/office/drawing/2014/main" id="{791CC8BC-FCF8-F921-A0EC-90D801C44E21}"/>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0529888" y="-96838"/>
            <a:ext cx="1662112" cy="13843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271" name="Picture 4">
            <a:extLst>
              <a:ext uri="{FF2B5EF4-FFF2-40B4-BE49-F238E27FC236}">
                <a16:creationId xmlns:a16="http://schemas.microsoft.com/office/drawing/2014/main" id="{8EA1021D-A73B-BAC1-78DA-9E7BA6438FF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6142038"/>
            <a:ext cx="12192000" cy="7159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7">
            <a:extLst>
              <a:ext uri="{FF2B5EF4-FFF2-40B4-BE49-F238E27FC236}">
                <a16:creationId xmlns:a16="http://schemas.microsoft.com/office/drawing/2014/main" id="{B48CE7AD-BA14-AB41-5BCA-37FF9469C007}"/>
              </a:ext>
            </a:extLst>
          </p:cNvPr>
          <p:cNvSpPr>
            <a:spLocks noChangeArrowheads="1"/>
          </p:cNvSpPr>
          <p:nvPr/>
        </p:nvSpPr>
        <p:spPr bwMode="auto">
          <a:xfrm>
            <a:off x="0" y="0"/>
            <a:ext cx="12192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endParaRPr lang="en-IN" altLang="en-US" sz="1800"/>
          </a:p>
        </p:txBody>
      </p:sp>
      <p:sp>
        <p:nvSpPr>
          <p:cNvPr id="12291" name="Title 1">
            <a:extLst>
              <a:ext uri="{FF2B5EF4-FFF2-40B4-BE49-F238E27FC236}">
                <a16:creationId xmlns:a16="http://schemas.microsoft.com/office/drawing/2014/main" id="{5F24C6C6-FF34-04D6-772D-91C76E60E850}"/>
              </a:ext>
            </a:extLst>
          </p:cNvPr>
          <p:cNvSpPr txBox="1">
            <a:spLocks/>
          </p:cNvSpPr>
          <p:nvPr/>
        </p:nvSpPr>
        <p:spPr bwMode="auto">
          <a:xfrm>
            <a:off x="2293938" y="2054225"/>
            <a:ext cx="7239000" cy="908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spcBef>
                <a:spcPct val="0"/>
              </a:spcBef>
              <a:buFontTx/>
              <a:buNone/>
            </a:pPr>
            <a:endParaRPr lang="en-US" altLang="en-US" sz="3900">
              <a:solidFill>
                <a:srgbClr val="525252"/>
              </a:solidFill>
              <a:latin typeface="Times New Roman" panose="02020603050405020304" pitchFamily="18" charset="0"/>
              <a:cs typeface="Times New Roman" panose="02020603050405020304" pitchFamily="18" charset="0"/>
            </a:endParaRPr>
          </a:p>
        </p:txBody>
      </p:sp>
      <p:graphicFrame>
        <p:nvGraphicFramePr>
          <p:cNvPr id="10" name="Table 9">
            <a:extLst>
              <a:ext uri="{FF2B5EF4-FFF2-40B4-BE49-F238E27FC236}">
                <a16:creationId xmlns:a16="http://schemas.microsoft.com/office/drawing/2014/main" id="{4AC18D9E-AFD5-4D92-7473-515D91868661}"/>
              </a:ext>
            </a:extLst>
          </p:cNvPr>
          <p:cNvGraphicFramePr>
            <a:graphicFrameLocks noGrp="1"/>
          </p:cNvGraphicFramePr>
          <p:nvPr>
            <p:extLst>
              <p:ext uri="{D42A27DB-BD31-4B8C-83A1-F6EECF244321}">
                <p14:modId xmlns:p14="http://schemas.microsoft.com/office/powerpoint/2010/main" val="3661950893"/>
              </p:ext>
            </p:extLst>
          </p:nvPr>
        </p:nvGraphicFramePr>
        <p:xfrm>
          <a:off x="860425" y="1190625"/>
          <a:ext cx="10252075" cy="4640262"/>
        </p:xfrm>
        <a:graphic>
          <a:graphicData uri="http://schemas.openxmlformats.org/drawingml/2006/table">
            <a:tbl>
              <a:tblPr/>
              <a:tblGrid>
                <a:gridCol w="4486268">
                  <a:extLst>
                    <a:ext uri="{9D8B030D-6E8A-4147-A177-3AD203B41FA5}">
                      <a16:colId xmlns:a16="http://schemas.microsoft.com/office/drawing/2014/main" val="20000"/>
                    </a:ext>
                  </a:extLst>
                </a:gridCol>
                <a:gridCol w="1595707">
                  <a:extLst>
                    <a:ext uri="{9D8B030D-6E8A-4147-A177-3AD203B41FA5}">
                      <a16:colId xmlns:a16="http://schemas.microsoft.com/office/drawing/2014/main" val="20001"/>
                    </a:ext>
                  </a:extLst>
                </a:gridCol>
                <a:gridCol w="1440832">
                  <a:extLst>
                    <a:ext uri="{9D8B030D-6E8A-4147-A177-3AD203B41FA5}">
                      <a16:colId xmlns:a16="http://schemas.microsoft.com/office/drawing/2014/main" val="20002"/>
                    </a:ext>
                  </a:extLst>
                </a:gridCol>
                <a:gridCol w="1288436">
                  <a:extLst>
                    <a:ext uri="{9D8B030D-6E8A-4147-A177-3AD203B41FA5}">
                      <a16:colId xmlns:a16="http://schemas.microsoft.com/office/drawing/2014/main" val="20003"/>
                    </a:ext>
                  </a:extLst>
                </a:gridCol>
                <a:gridCol w="1440832">
                  <a:extLst>
                    <a:ext uri="{9D8B030D-6E8A-4147-A177-3AD203B41FA5}">
                      <a16:colId xmlns:a16="http://schemas.microsoft.com/office/drawing/2014/main" val="20004"/>
                    </a:ext>
                  </a:extLst>
                </a:gridCol>
              </a:tblGrid>
              <a:tr h="560886">
                <a:tc>
                  <a:txBody>
                    <a:bodyPr/>
                    <a:lstStyle>
                      <a:lvl1pPr>
                        <a:lnSpc>
                          <a:spcPct val="90000"/>
                        </a:lnSpc>
                        <a:spcBef>
                          <a:spcPts val="1000"/>
                        </a:spcBef>
                        <a:buFont typeface="Arial" panose="020B0604020202020204" pitchFamily="34" charset="0"/>
                        <a:defRPr sz="24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defRPr sz="20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defRPr>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defRPr sz="1600">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defRPr sz="1600">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9pPr>
                    </a:lstStyle>
                    <a:p>
                      <a:pPr marL="0" marR="0" lvl="0" indent="0" algn="ctr" defTabSz="914400" rtl="0" eaLnBrk="1" fontAlgn="base" latinLnBrk="0" hangingPunct="1">
                        <a:lnSpc>
                          <a:spcPct val="115000"/>
                        </a:lnSpc>
                        <a:spcBef>
                          <a:spcPct val="0"/>
                        </a:spcBef>
                        <a:spcAft>
                          <a:spcPct val="0"/>
                        </a:spcAft>
                        <a:buClrTx/>
                        <a:buSzTx/>
                        <a:buFontTx/>
                        <a:buNone/>
                        <a:tabLst/>
                      </a:pPr>
                      <a:r>
                        <a:rPr kumimoji="0" lang="en-US" sz="1600" b="1" i="0" u="none" strike="noStrike" cap="none" normalizeH="0" baseline="0" dirty="0">
                          <a:ln>
                            <a:noFill/>
                          </a:ln>
                          <a:solidFill>
                            <a:schemeClr val="bg1"/>
                          </a:solidFill>
                          <a:effectLst/>
                          <a:latin typeface="Times New Roman" panose="02020603050405020304" pitchFamily="18" charset="0"/>
                          <a:cs typeface="Times New Roman" panose="02020603050405020304" pitchFamily="18" charset="0"/>
                        </a:rPr>
                        <a:t> Months  Activities</a:t>
                      </a:r>
                    </a:p>
                  </a:txBody>
                  <a:tcPr marL="68585" marR="68585"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5">
                        <a:lumMod val="60000"/>
                        <a:lumOff val="40000"/>
                      </a:schemeClr>
                    </a:solidFill>
                  </a:tcPr>
                </a:tc>
                <a:tc>
                  <a:txBody>
                    <a:bodyPr/>
                    <a:lstStyle>
                      <a:lvl1pPr>
                        <a:lnSpc>
                          <a:spcPct val="90000"/>
                        </a:lnSpc>
                        <a:spcBef>
                          <a:spcPts val="1000"/>
                        </a:spcBef>
                        <a:buFont typeface="Arial" panose="020B0604020202020204" pitchFamily="34" charset="0"/>
                        <a:defRPr sz="24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defRPr sz="20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defRPr>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defRPr sz="1600">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defRPr sz="1600">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9pPr>
                    </a:lstStyle>
                    <a:p>
                      <a:pPr marL="0" marR="0" lvl="0" indent="0" algn="ctr" defTabSz="914400" rtl="0" eaLnBrk="1" fontAlgn="base" latinLnBrk="0" hangingPunct="1">
                        <a:lnSpc>
                          <a:spcPct val="115000"/>
                        </a:lnSpc>
                        <a:spcBef>
                          <a:spcPct val="0"/>
                        </a:spcBef>
                        <a:spcAft>
                          <a:spcPct val="0"/>
                        </a:spcAft>
                        <a:buClrTx/>
                        <a:buSzTx/>
                        <a:buFontTx/>
                        <a:buNone/>
                        <a:tabLst/>
                        <a:defRPr/>
                      </a:pPr>
                      <a:r>
                        <a:rPr kumimoji="0" lang="en-US" sz="1600" b="1" i="0" u="none" strike="noStrike" cap="none" normalizeH="0" baseline="0" dirty="0">
                          <a:ln>
                            <a:noFill/>
                          </a:ln>
                          <a:solidFill>
                            <a:schemeClr val="bg1"/>
                          </a:solidFill>
                          <a:effectLst/>
                          <a:latin typeface="Times New Roman" panose="02020603050405020304" pitchFamily="18" charset="0"/>
                          <a:cs typeface="Times New Roman" panose="02020603050405020304" pitchFamily="18" charset="0"/>
                        </a:rPr>
                        <a:t>August’26</a:t>
                      </a:r>
                    </a:p>
                    <a:p>
                      <a:pPr marL="0" marR="0" lvl="0" indent="0" algn="ctr" defTabSz="914400" rtl="0" eaLnBrk="1" fontAlgn="base" latinLnBrk="0" hangingPunct="1">
                        <a:lnSpc>
                          <a:spcPct val="115000"/>
                        </a:lnSpc>
                        <a:spcBef>
                          <a:spcPct val="0"/>
                        </a:spcBef>
                        <a:spcAft>
                          <a:spcPct val="0"/>
                        </a:spcAft>
                        <a:buClrTx/>
                        <a:buSzTx/>
                        <a:buFontTx/>
                        <a:buNone/>
                        <a:tabLst/>
                      </a:pPr>
                      <a:endParaRPr kumimoji="0" lang="en-US" sz="1600" b="1" i="0" u="none" strike="noStrike" cap="none" normalizeH="0" baseline="0" dirty="0">
                        <a:ln>
                          <a:noFill/>
                        </a:ln>
                        <a:solidFill>
                          <a:schemeClr val="bg1"/>
                        </a:solidFill>
                        <a:effectLst/>
                        <a:latin typeface="Times New Roman" panose="02020603050405020304" pitchFamily="18" charset="0"/>
                        <a:cs typeface="Times New Roman" panose="02020603050405020304" pitchFamily="18" charset="0"/>
                      </a:endParaRPr>
                    </a:p>
                  </a:txBody>
                  <a:tcPr marL="68585" marR="68585"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5">
                        <a:lumMod val="60000"/>
                        <a:lumOff val="40000"/>
                      </a:schemeClr>
                    </a:solidFill>
                  </a:tcPr>
                </a:tc>
                <a:tc>
                  <a:txBody>
                    <a:bodyPr/>
                    <a:lstStyle>
                      <a:lvl1pPr>
                        <a:lnSpc>
                          <a:spcPct val="90000"/>
                        </a:lnSpc>
                        <a:spcBef>
                          <a:spcPts val="1000"/>
                        </a:spcBef>
                        <a:buFont typeface="Arial" panose="020B0604020202020204" pitchFamily="34" charset="0"/>
                        <a:defRPr sz="24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defRPr sz="20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defRPr>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defRPr sz="1600">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defRPr sz="1600">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9pPr>
                    </a:lstStyle>
                    <a:p>
                      <a:pPr marL="0" marR="0" lvl="0" indent="0" algn="ctr" defTabSz="914400" rtl="0" eaLnBrk="1" fontAlgn="base" latinLnBrk="0" hangingPunct="1">
                        <a:lnSpc>
                          <a:spcPct val="115000"/>
                        </a:lnSpc>
                        <a:spcBef>
                          <a:spcPct val="0"/>
                        </a:spcBef>
                        <a:spcAft>
                          <a:spcPct val="0"/>
                        </a:spcAft>
                        <a:buClrTx/>
                        <a:buSzTx/>
                        <a:buFontTx/>
                        <a:buNone/>
                        <a:tabLst/>
                        <a:defRPr/>
                      </a:pPr>
                      <a:r>
                        <a:rPr kumimoji="0" lang="en-US" sz="1600" b="1" i="0" u="none" strike="noStrike" cap="none" normalizeH="0" baseline="0" dirty="0">
                          <a:ln>
                            <a:noFill/>
                          </a:ln>
                          <a:solidFill>
                            <a:schemeClr val="bg1"/>
                          </a:solidFill>
                          <a:effectLst/>
                          <a:latin typeface="Times New Roman" panose="02020603050405020304" pitchFamily="18" charset="0"/>
                          <a:cs typeface="Times New Roman" panose="02020603050405020304" pitchFamily="18" charset="0"/>
                        </a:rPr>
                        <a:t>Sept’26</a:t>
                      </a:r>
                    </a:p>
                    <a:p>
                      <a:pPr marL="0" marR="0" lvl="0" indent="0" algn="ctr" defTabSz="914400" rtl="0" eaLnBrk="1" fontAlgn="base" latinLnBrk="0" hangingPunct="1">
                        <a:lnSpc>
                          <a:spcPct val="115000"/>
                        </a:lnSpc>
                        <a:spcBef>
                          <a:spcPct val="0"/>
                        </a:spcBef>
                        <a:spcAft>
                          <a:spcPct val="0"/>
                        </a:spcAft>
                        <a:buClrTx/>
                        <a:buSzTx/>
                        <a:buFontTx/>
                        <a:buNone/>
                        <a:tabLst/>
                      </a:pPr>
                      <a:endParaRPr kumimoji="0" lang="en-US" sz="1600" b="1" i="0" u="none" strike="noStrike" cap="none" normalizeH="0" baseline="0" dirty="0">
                        <a:ln>
                          <a:noFill/>
                        </a:ln>
                        <a:solidFill>
                          <a:schemeClr val="bg1"/>
                        </a:solidFill>
                        <a:effectLst/>
                        <a:latin typeface="Times New Roman" panose="02020603050405020304" pitchFamily="18" charset="0"/>
                        <a:cs typeface="Times New Roman" panose="02020603050405020304" pitchFamily="18" charset="0"/>
                      </a:endParaRPr>
                    </a:p>
                  </a:txBody>
                  <a:tcPr marL="68585" marR="68585"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5">
                        <a:lumMod val="60000"/>
                        <a:lumOff val="40000"/>
                      </a:schemeClr>
                    </a:solidFill>
                  </a:tcPr>
                </a:tc>
                <a:tc>
                  <a:txBody>
                    <a:bodyPr/>
                    <a:lstStyle>
                      <a:lvl1pPr>
                        <a:lnSpc>
                          <a:spcPct val="90000"/>
                        </a:lnSpc>
                        <a:spcBef>
                          <a:spcPts val="1000"/>
                        </a:spcBef>
                        <a:buFont typeface="Arial" panose="020B0604020202020204" pitchFamily="34" charset="0"/>
                        <a:defRPr sz="24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defRPr sz="20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defRPr>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defRPr sz="1600">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defRPr sz="1600">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9pPr>
                    </a:lstStyle>
                    <a:p>
                      <a:pPr marL="0" marR="0" lvl="0" indent="0" algn="ctr" defTabSz="914400" rtl="0" eaLnBrk="1" fontAlgn="base" latinLnBrk="0" hangingPunct="1">
                        <a:lnSpc>
                          <a:spcPct val="115000"/>
                        </a:lnSpc>
                        <a:spcBef>
                          <a:spcPct val="0"/>
                        </a:spcBef>
                        <a:spcAft>
                          <a:spcPct val="0"/>
                        </a:spcAft>
                        <a:buClrTx/>
                        <a:buSzTx/>
                        <a:buFontTx/>
                        <a:buNone/>
                        <a:tabLst/>
                        <a:defRPr/>
                      </a:pPr>
                      <a:r>
                        <a:rPr kumimoji="0" lang="en-US" sz="1600" b="1" i="0" u="none" strike="noStrike" cap="none" normalizeH="0" baseline="0" dirty="0">
                          <a:ln>
                            <a:noFill/>
                          </a:ln>
                          <a:solidFill>
                            <a:schemeClr val="bg1"/>
                          </a:solidFill>
                          <a:effectLst/>
                          <a:latin typeface="Times New Roman" panose="02020603050405020304" pitchFamily="18" charset="0"/>
                          <a:cs typeface="Times New Roman" panose="02020603050405020304" pitchFamily="18" charset="0"/>
                        </a:rPr>
                        <a:t>Oct’26</a:t>
                      </a:r>
                    </a:p>
                    <a:p>
                      <a:pPr marL="0" marR="0" lvl="0" indent="0" algn="ctr" defTabSz="914400" rtl="0" eaLnBrk="1" fontAlgn="base" latinLnBrk="0" hangingPunct="1">
                        <a:lnSpc>
                          <a:spcPct val="115000"/>
                        </a:lnSpc>
                        <a:spcBef>
                          <a:spcPct val="0"/>
                        </a:spcBef>
                        <a:spcAft>
                          <a:spcPct val="0"/>
                        </a:spcAft>
                        <a:buClrTx/>
                        <a:buSzTx/>
                        <a:buFontTx/>
                        <a:buNone/>
                        <a:tabLst/>
                      </a:pPr>
                      <a:endParaRPr kumimoji="0" lang="en-US" sz="1600" b="1" i="0" u="none" strike="noStrike" cap="none" normalizeH="0" baseline="0" dirty="0">
                        <a:ln>
                          <a:noFill/>
                        </a:ln>
                        <a:solidFill>
                          <a:schemeClr val="bg1"/>
                        </a:solidFill>
                        <a:effectLst/>
                        <a:latin typeface="Times New Roman" panose="02020603050405020304" pitchFamily="18" charset="0"/>
                        <a:cs typeface="Times New Roman" panose="02020603050405020304" pitchFamily="18" charset="0"/>
                      </a:endParaRPr>
                    </a:p>
                  </a:txBody>
                  <a:tcPr marL="68585" marR="68585"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5">
                        <a:lumMod val="60000"/>
                        <a:lumOff val="40000"/>
                      </a:schemeClr>
                    </a:solidFill>
                  </a:tcPr>
                </a:tc>
                <a:tc>
                  <a:txBody>
                    <a:bodyPr/>
                    <a:lstStyle>
                      <a:lvl1pPr>
                        <a:lnSpc>
                          <a:spcPct val="90000"/>
                        </a:lnSpc>
                        <a:spcBef>
                          <a:spcPts val="1000"/>
                        </a:spcBef>
                        <a:buFont typeface="Arial" panose="020B0604020202020204" pitchFamily="34" charset="0"/>
                        <a:defRPr sz="24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defRPr sz="20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defRPr>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defRPr sz="1600">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defRPr sz="1600">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9pPr>
                    </a:lstStyle>
                    <a:p>
                      <a:pPr marL="0" marR="0" lvl="0" indent="0" algn="ctr" defTabSz="914400" rtl="0" eaLnBrk="1" fontAlgn="base" latinLnBrk="0" hangingPunct="1">
                        <a:lnSpc>
                          <a:spcPct val="115000"/>
                        </a:lnSpc>
                        <a:spcBef>
                          <a:spcPct val="0"/>
                        </a:spcBef>
                        <a:spcAft>
                          <a:spcPct val="0"/>
                        </a:spcAft>
                        <a:buClrTx/>
                        <a:buSzTx/>
                        <a:buFontTx/>
                        <a:buNone/>
                        <a:tabLst/>
                      </a:pPr>
                      <a:r>
                        <a:rPr kumimoji="0" lang="en-US" sz="1600" b="1" i="0" u="none" strike="noStrike" kern="1200" cap="none" normalizeH="0" baseline="0" dirty="0">
                          <a:ln>
                            <a:noFill/>
                          </a:ln>
                          <a:solidFill>
                            <a:schemeClr val="bg1"/>
                          </a:solidFill>
                          <a:effectLst/>
                          <a:latin typeface="Times New Roman" panose="02020603050405020304" pitchFamily="18" charset="0"/>
                          <a:ea typeface="+mn-ea"/>
                          <a:cs typeface="Times New Roman" panose="02020603050405020304" pitchFamily="18" charset="0"/>
                        </a:rPr>
                        <a:t>Nov’26</a:t>
                      </a:r>
                    </a:p>
                  </a:txBody>
                  <a:tcPr marL="68585" marR="68585"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5">
                        <a:lumMod val="60000"/>
                        <a:lumOff val="40000"/>
                      </a:schemeClr>
                    </a:solidFill>
                  </a:tcPr>
                </a:tc>
                <a:extLst>
                  <a:ext uri="{0D108BD9-81ED-4DB2-BD59-A6C34878D82A}">
                    <a16:rowId xmlns:a16="http://schemas.microsoft.com/office/drawing/2014/main" val="10000"/>
                  </a:ext>
                </a:extLst>
              </a:tr>
              <a:tr h="605113">
                <a:tc>
                  <a:txBody>
                    <a:bodyPr/>
                    <a:lstStyle>
                      <a:lvl1pPr>
                        <a:lnSpc>
                          <a:spcPct val="90000"/>
                        </a:lnSpc>
                        <a:spcBef>
                          <a:spcPts val="1000"/>
                        </a:spcBef>
                        <a:buFont typeface="Arial" panose="020B0604020202020204" pitchFamily="34" charset="0"/>
                        <a:defRPr sz="24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defRPr sz="20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defRPr>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defRPr sz="1600">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defRPr sz="1600">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9pPr>
                    </a:lstStyle>
                    <a:p>
                      <a:pPr marL="0" marR="0" lvl="0" indent="0" algn="l" defTabSz="914400" rtl="0" eaLnBrk="1" fontAlgn="base" latinLnBrk="0" hangingPunct="1">
                        <a:lnSpc>
                          <a:spcPct val="115000"/>
                        </a:lnSpc>
                        <a:spcBef>
                          <a:spcPct val="0"/>
                        </a:spcBef>
                        <a:spcAft>
                          <a:spcPct val="0"/>
                        </a:spcAft>
                        <a:buClrTx/>
                        <a:buSzTx/>
                        <a:buFontTx/>
                        <a:buNone/>
                        <a:tabLst/>
                      </a:pPr>
                      <a:r>
                        <a:rPr kumimoji="0" lang="en-US" sz="1600" b="1" i="0" u="none" strike="noStrike" cap="none" normalizeH="0" baseline="0" dirty="0">
                          <a:ln>
                            <a:noFill/>
                          </a:ln>
                          <a:solidFill>
                            <a:schemeClr val="bg1"/>
                          </a:solidFill>
                          <a:effectLst/>
                          <a:latin typeface="Times New Roman" panose="02020603050405020304" pitchFamily="18" charset="0"/>
                          <a:cs typeface="Times New Roman" panose="02020603050405020304" pitchFamily="18" charset="0"/>
                        </a:rPr>
                        <a:t>Literature Reviews</a:t>
                      </a:r>
                    </a:p>
                  </a:txBody>
                  <a:tcPr marL="68585" marR="68585"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5">
                        <a:lumMod val="60000"/>
                        <a:lumOff val="40000"/>
                      </a:schemeClr>
                    </a:solidFill>
                  </a:tcPr>
                </a:tc>
                <a:tc>
                  <a:txBody>
                    <a:bodyPr/>
                    <a:lstStyle>
                      <a:lvl1pPr>
                        <a:lnSpc>
                          <a:spcPct val="90000"/>
                        </a:lnSpc>
                        <a:spcBef>
                          <a:spcPts val="1000"/>
                        </a:spcBef>
                        <a:buFont typeface="Arial" panose="020B0604020202020204" pitchFamily="34" charset="0"/>
                        <a:defRPr sz="24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defRPr sz="20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defRPr>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defRPr sz="1600">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defRPr sz="1600">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9pPr>
                    </a:lstStyle>
                    <a:p>
                      <a:pPr marL="0" marR="0" lvl="0" indent="0" algn="ctr" defTabSz="914400" rtl="0" eaLnBrk="1" fontAlgn="base" latinLnBrk="0" hangingPunct="1">
                        <a:lnSpc>
                          <a:spcPct val="115000"/>
                        </a:lnSpc>
                        <a:spcBef>
                          <a:spcPct val="0"/>
                        </a:spcBef>
                        <a:spcAft>
                          <a:spcPct val="0"/>
                        </a:spcAft>
                        <a:buClrTx/>
                        <a:buSzTx/>
                        <a:buFontTx/>
                        <a:buNone/>
                        <a:tabLst/>
                        <a:defRPr/>
                      </a:pPr>
                      <a:r>
                        <a:rPr kumimoji="0" lang="en-US" sz="2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p>
                  </a:txBody>
                  <a:tcPr marL="68585" marR="68585"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5">
                        <a:lumMod val="40000"/>
                        <a:lumOff val="60000"/>
                      </a:schemeClr>
                    </a:solidFill>
                  </a:tcPr>
                </a:tc>
                <a:tc>
                  <a:txBody>
                    <a:bodyPr/>
                    <a:lstStyle>
                      <a:lvl1pPr>
                        <a:lnSpc>
                          <a:spcPct val="90000"/>
                        </a:lnSpc>
                        <a:spcBef>
                          <a:spcPts val="1000"/>
                        </a:spcBef>
                        <a:buFont typeface="Arial" panose="020B0604020202020204" pitchFamily="34" charset="0"/>
                        <a:defRPr sz="24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defRPr sz="20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defRPr>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defRPr sz="1600">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defRPr sz="1600">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9pPr>
                    </a:lstStyle>
                    <a:p>
                      <a:pPr marL="0" marR="0" lvl="0" indent="0" algn="ctr" defTabSz="914400" rtl="0" eaLnBrk="1" fontAlgn="base" latinLnBrk="0" hangingPunct="1">
                        <a:lnSpc>
                          <a:spcPct val="115000"/>
                        </a:lnSpc>
                        <a:spcBef>
                          <a:spcPct val="0"/>
                        </a:spcBef>
                        <a:spcAft>
                          <a:spcPct val="0"/>
                        </a:spcAft>
                        <a:buClrTx/>
                        <a:buSzTx/>
                        <a:buFontTx/>
                        <a:buNone/>
                        <a:tabLst/>
                      </a:pPr>
                      <a:endParaRPr kumimoji="0" lang="en-US" sz="2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txBody>
                  <a:tcPr marL="68585" marR="68585"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5">
                        <a:lumMod val="40000"/>
                        <a:lumOff val="60000"/>
                      </a:schemeClr>
                    </a:solidFill>
                  </a:tcPr>
                </a:tc>
                <a:tc>
                  <a:txBody>
                    <a:bodyPr/>
                    <a:lstStyle>
                      <a:lvl1pPr>
                        <a:lnSpc>
                          <a:spcPct val="90000"/>
                        </a:lnSpc>
                        <a:spcBef>
                          <a:spcPts val="1000"/>
                        </a:spcBef>
                        <a:buFont typeface="Arial" panose="020B0604020202020204" pitchFamily="34" charset="0"/>
                        <a:defRPr sz="24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defRPr sz="20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defRPr>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defRPr sz="1600">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defRPr sz="1600">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9pPr>
                    </a:lstStyle>
                    <a:p>
                      <a:pPr marL="0" marR="0" lvl="0" indent="0" algn="ctr" defTabSz="914400" rtl="0" eaLnBrk="1" fontAlgn="base" latinLnBrk="0" hangingPunct="1">
                        <a:lnSpc>
                          <a:spcPct val="115000"/>
                        </a:lnSpc>
                        <a:spcBef>
                          <a:spcPct val="0"/>
                        </a:spcBef>
                        <a:spcAft>
                          <a:spcPct val="0"/>
                        </a:spcAft>
                        <a:buClrTx/>
                        <a:buSzTx/>
                        <a:buFontTx/>
                        <a:buNone/>
                        <a:tabLst/>
                      </a:pPr>
                      <a:endParaRPr kumimoji="0" lang="en-US" sz="2800" b="1"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endParaRPr>
                    </a:p>
                  </a:txBody>
                  <a:tcPr marL="68585" marR="68585"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5">
                        <a:lumMod val="40000"/>
                        <a:lumOff val="60000"/>
                      </a:schemeClr>
                    </a:solidFill>
                  </a:tcPr>
                </a:tc>
                <a:tc>
                  <a:txBody>
                    <a:bodyPr/>
                    <a:lstStyle>
                      <a:lvl1pPr>
                        <a:lnSpc>
                          <a:spcPct val="90000"/>
                        </a:lnSpc>
                        <a:spcBef>
                          <a:spcPts val="1000"/>
                        </a:spcBef>
                        <a:buFont typeface="Arial" panose="020B0604020202020204" pitchFamily="34" charset="0"/>
                        <a:defRPr sz="24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defRPr sz="20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defRPr>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defRPr sz="1600">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defRPr sz="1600">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9pPr>
                    </a:lstStyle>
                    <a:p>
                      <a:pPr marL="0" marR="0" lvl="0" indent="0" algn="ctr" defTabSz="914400" rtl="0" eaLnBrk="1" fontAlgn="base" latinLnBrk="0" hangingPunct="1">
                        <a:lnSpc>
                          <a:spcPct val="115000"/>
                        </a:lnSpc>
                        <a:spcBef>
                          <a:spcPct val="0"/>
                        </a:spcBef>
                        <a:spcAft>
                          <a:spcPct val="0"/>
                        </a:spcAft>
                        <a:buClrTx/>
                        <a:buSzTx/>
                        <a:buFontTx/>
                        <a:buNone/>
                        <a:tabLst/>
                      </a:pPr>
                      <a:endParaRPr kumimoji="0" lang="en-US" sz="2800" b="1"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endParaRPr>
                    </a:p>
                  </a:txBody>
                  <a:tcPr marL="68585" marR="68585"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5">
                        <a:lumMod val="40000"/>
                        <a:lumOff val="60000"/>
                      </a:schemeClr>
                    </a:solidFill>
                  </a:tcPr>
                </a:tc>
                <a:extLst>
                  <a:ext uri="{0D108BD9-81ED-4DB2-BD59-A6C34878D82A}">
                    <a16:rowId xmlns:a16="http://schemas.microsoft.com/office/drawing/2014/main" val="10001"/>
                  </a:ext>
                </a:extLst>
              </a:tr>
              <a:tr h="600373">
                <a:tc>
                  <a:txBody>
                    <a:bodyPr/>
                    <a:lstStyle>
                      <a:lvl1pPr>
                        <a:lnSpc>
                          <a:spcPct val="90000"/>
                        </a:lnSpc>
                        <a:spcBef>
                          <a:spcPts val="1000"/>
                        </a:spcBef>
                        <a:buFont typeface="Arial" panose="020B0604020202020204" pitchFamily="34" charset="0"/>
                        <a:defRPr sz="24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defRPr sz="20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defRPr>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defRPr sz="1600">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defRPr sz="1600">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9pPr>
                    </a:lstStyle>
                    <a:p>
                      <a:pPr marL="0" marR="0" lvl="0" indent="0" algn="l" defTabSz="914400" rtl="0" eaLnBrk="1" fontAlgn="base" latinLnBrk="0" hangingPunct="1">
                        <a:lnSpc>
                          <a:spcPct val="115000"/>
                        </a:lnSpc>
                        <a:spcBef>
                          <a:spcPct val="0"/>
                        </a:spcBef>
                        <a:spcAft>
                          <a:spcPct val="0"/>
                        </a:spcAft>
                        <a:buClrTx/>
                        <a:buSzTx/>
                        <a:buFontTx/>
                        <a:buNone/>
                        <a:tabLst/>
                      </a:pPr>
                      <a:r>
                        <a:rPr kumimoji="0" lang="en-US" sz="1600" b="1" i="0" u="none" strike="noStrike" cap="none" normalizeH="0" baseline="0" dirty="0">
                          <a:ln>
                            <a:noFill/>
                          </a:ln>
                          <a:solidFill>
                            <a:schemeClr val="bg1"/>
                          </a:solidFill>
                          <a:effectLst/>
                          <a:latin typeface="Times New Roman" panose="02020603050405020304" pitchFamily="18" charset="0"/>
                          <a:cs typeface="Times New Roman" panose="02020603050405020304" pitchFamily="18" charset="0"/>
                        </a:rPr>
                        <a:t>Requirement Analysis</a:t>
                      </a:r>
                    </a:p>
                  </a:txBody>
                  <a:tcPr marL="68585" marR="68585"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5">
                        <a:lumMod val="60000"/>
                        <a:lumOff val="40000"/>
                      </a:schemeClr>
                    </a:solidFill>
                  </a:tcPr>
                </a:tc>
                <a:tc>
                  <a:txBody>
                    <a:bodyPr/>
                    <a:lstStyle>
                      <a:lvl1pPr>
                        <a:lnSpc>
                          <a:spcPct val="90000"/>
                        </a:lnSpc>
                        <a:spcBef>
                          <a:spcPts val="1000"/>
                        </a:spcBef>
                        <a:buFont typeface="Arial" panose="020B0604020202020204" pitchFamily="34" charset="0"/>
                        <a:defRPr sz="24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defRPr sz="20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defRPr>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defRPr sz="1600">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defRPr sz="1600">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9pPr>
                    </a:lstStyle>
                    <a:p>
                      <a:pPr marL="0" marR="0" lvl="0" indent="0" algn="ctr" defTabSz="914400" rtl="0" eaLnBrk="1" fontAlgn="base" latinLnBrk="0" hangingPunct="1">
                        <a:lnSpc>
                          <a:spcPct val="115000"/>
                        </a:lnSpc>
                        <a:spcBef>
                          <a:spcPct val="0"/>
                        </a:spcBef>
                        <a:spcAft>
                          <a:spcPct val="0"/>
                        </a:spcAft>
                        <a:buClrTx/>
                        <a:buSzTx/>
                        <a:buFontTx/>
                        <a:buNone/>
                        <a:tabLst/>
                        <a:defRPr/>
                      </a:pPr>
                      <a:r>
                        <a:rPr kumimoji="0" lang="en-US" sz="2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p>
                  </a:txBody>
                  <a:tcPr marL="68585" marR="68585"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5">
                        <a:lumMod val="40000"/>
                        <a:lumOff val="60000"/>
                      </a:schemeClr>
                    </a:solidFill>
                  </a:tcPr>
                </a:tc>
                <a:tc>
                  <a:txBody>
                    <a:bodyPr/>
                    <a:lstStyle>
                      <a:lvl1pPr>
                        <a:lnSpc>
                          <a:spcPct val="90000"/>
                        </a:lnSpc>
                        <a:spcBef>
                          <a:spcPts val="1000"/>
                        </a:spcBef>
                        <a:buFont typeface="Arial" panose="020B0604020202020204" pitchFamily="34" charset="0"/>
                        <a:defRPr sz="24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defRPr sz="20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defRPr>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defRPr sz="1600">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defRPr sz="1600">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9pPr>
                    </a:lstStyle>
                    <a:p>
                      <a:pPr marL="0" marR="0" lvl="0" indent="0" algn="ctr" defTabSz="914400" rtl="0" eaLnBrk="1" fontAlgn="base" latinLnBrk="0" hangingPunct="1">
                        <a:lnSpc>
                          <a:spcPct val="115000"/>
                        </a:lnSpc>
                        <a:spcBef>
                          <a:spcPct val="0"/>
                        </a:spcBef>
                        <a:spcAft>
                          <a:spcPct val="0"/>
                        </a:spcAft>
                        <a:buClrTx/>
                        <a:buSzTx/>
                        <a:buFontTx/>
                        <a:buNone/>
                        <a:tabLst/>
                      </a:pPr>
                      <a:endParaRPr kumimoji="0" lang="en-US" sz="2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txBody>
                  <a:tcPr marL="68585" marR="68585"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5">
                        <a:lumMod val="40000"/>
                        <a:lumOff val="60000"/>
                      </a:schemeClr>
                    </a:solidFill>
                  </a:tcPr>
                </a:tc>
                <a:tc>
                  <a:txBody>
                    <a:bodyPr/>
                    <a:lstStyle>
                      <a:lvl1pPr>
                        <a:lnSpc>
                          <a:spcPct val="90000"/>
                        </a:lnSpc>
                        <a:spcBef>
                          <a:spcPts val="1000"/>
                        </a:spcBef>
                        <a:buFont typeface="Arial" panose="020B0604020202020204" pitchFamily="34" charset="0"/>
                        <a:defRPr sz="24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defRPr sz="20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defRPr>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defRPr sz="1600">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defRPr sz="1600">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9pPr>
                    </a:lstStyle>
                    <a:p>
                      <a:pPr marL="0" marR="0" lvl="0" indent="0" algn="ctr" defTabSz="914400" rtl="0" eaLnBrk="1" fontAlgn="base" latinLnBrk="0" hangingPunct="1">
                        <a:lnSpc>
                          <a:spcPct val="115000"/>
                        </a:lnSpc>
                        <a:spcBef>
                          <a:spcPct val="0"/>
                        </a:spcBef>
                        <a:spcAft>
                          <a:spcPct val="0"/>
                        </a:spcAft>
                        <a:buClrTx/>
                        <a:buSzTx/>
                        <a:buFontTx/>
                        <a:buNone/>
                        <a:tabLst/>
                      </a:pPr>
                      <a:endParaRPr kumimoji="0" lang="en-US" sz="2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txBody>
                  <a:tcPr marL="68585" marR="68585"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5">
                        <a:lumMod val="40000"/>
                        <a:lumOff val="60000"/>
                      </a:schemeClr>
                    </a:solidFill>
                  </a:tcPr>
                </a:tc>
                <a:tc>
                  <a:txBody>
                    <a:bodyPr/>
                    <a:lstStyle>
                      <a:lvl1pPr>
                        <a:lnSpc>
                          <a:spcPct val="90000"/>
                        </a:lnSpc>
                        <a:spcBef>
                          <a:spcPts val="1000"/>
                        </a:spcBef>
                        <a:buFont typeface="Arial" panose="020B0604020202020204" pitchFamily="34" charset="0"/>
                        <a:defRPr sz="24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defRPr sz="20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defRPr>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defRPr sz="1600">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defRPr sz="1600">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9pPr>
                    </a:lstStyle>
                    <a:p>
                      <a:pPr marL="0" marR="0" lvl="0" indent="0" algn="ctr" defTabSz="914400" rtl="0" eaLnBrk="1" fontAlgn="base" latinLnBrk="0" hangingPunct="1">
                        <a:lnSpc>
                          <a:spcPct val="115000"/>
                        </a:lnSpc>
                        <a:spcBef>
                          <a:spcPct val="0"/>
                        </a:spcBef>
                        <a:spcAft>
                          <a:spcPct val="0"/>
                        </a:spcAft>
                        <a:buClrTx/>
                        <a:buSzTx/>
                        <a:buFontTx/>
                        <a:buNone/>
                        <a:tabLst/>
                      </a:pPr>
                      <a:endParaRPr kumimoji="0" lang="en-US" sz="2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txBody>
                  <a:tcPr marL="68585" marR="68585"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5">
                        <a:lumMod val="40000"/>
                        <a:lumOff val="60000"/>
                      </a:schemeClr>
                    </a:solidFill>
                  </a:tcPr>
                </a:tc>
                <a:extLst>
                  <a:ext uri="{0D108BD9-81ED-4DB2-BD59-A6C34878D82A}">
                    <a16:rowId xmlns:a16="http://schemas.microsoft.com/office/drawing/2014/main" val="10002"/>
                  </a:ext>
                </a:extLst>
              </a:tr>
              <a:tr h="573514">
                <a:tc>
                  <a:txBody>
                    <a:bodyPr/>
                    <a:lstStyle>
                      <a:lvl1pPr>
                        <a:lnSpc>
                          <a:spcPct val="90000"/>
                        </a:lnSpc>
                        <a:spcBef>
                          <a:spcPts val="1000"/>
                        </a:spcBef>
                        <a:buFont typeface="Arial" panose="020B0604020202020204" pitchFamily="34" charset="0"/>
                        <a:defRPr sz="24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defRPr sz="20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defRPr>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defRPr sz="1600">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defRPr sz="1600">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9pPr>
                    </a:lstStyle>
                    <a:p>
                      <a:pPr marL="0" marR="0" lvl="0" indent="0" algn="l" defTabSz="914400" rtl="0" eaLnBrk="1" fontAlgn="base" latinLnBrk="0" hangingPunct="1">
                        <a:lnSpc>
                          <a:spcPct val="115000"/>
                        </a:lnSpc>
                        <a:spcBef>
                          <a:spcPct val="0"/>
                        </a:spcBef>
                        <a:spcAft>
                          <a:spcPct val="0"/>
                        </a:spcAft>
                        <a:buClrTx/>
                        <a:buSzTx/>
                        <a:buFontTx/>
                        <a:buNone/>
                        <a:tabLst/>
                      </a:pPr>
                      <a:r>
                        <a:rPr kumimoji="0" lang="en-US" sz="1600" b="1" i="0" u="none" strike="noStrike" cap="none" normalizeH="0" baseline="0" dirty="0">
                          <a:ln>
                            <a:noFill/>
                          </a:ln>
                          <a:solidFill>
                            <a:schemeClr val="bg1"/>
                          </a:solidFill>
                          <a:effectLst/>
                          <a:latin typeface="Times New Roman" panose="02020603050405020304" pitchFamily="18" charset="0"/>
                          <a:cs typeface="Times New Roman" panose="02020603050405020304" pitchFamily="18" charset="0"/>
                        </a:rPr>
                        <a:t>Designing</a:t>
                      </a:r>
                    </a:p>
                  </a:txBody>
                  <a:tcPr marL="68585" marR="68585"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5">
                        <a:lumMod val="60000"/>
                        <a:lumOff val="40000"/>
                      </a:schemeClr>
                    </a:solidFill>
                  </a:tcPr>
                </a:tc>
                <a:tc>
                  <a:txBody>
                    <a:bodyPr/>
                    <a:lstStyle>
                      <a:lvl1pPr>
                        <a:lnSpc>
                          <a:spcPct val="90000"/>
                        </a:lnSpc>
                        <a:spcBef>
                          <a:spcPts val="1000"/>
                        </a:spcBef>
                        <a:buFont typeface="Arial" panose="020B0604020202020204" pitchFamily="34" charset="0"/>
                        <a:defRPr sz="24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defRPr sz="20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defRPr>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defRPr sz="1600">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defRPr sz="1600">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9pPr>
                    </a:lstStyle>
                    <a:p>
                      <a:pPr marL="0" marR="0" lvl="0" indent="0" algn="ctr" defTabSz="914400" rtl="0" eaLnBrk="1" fontAlgn="base" latinLnBrk="0" hangingPunct="1">
                        <a:lnSpc>
                          <a:spcPct val="115000"/>
                        </a:lnSpc>
                        <a:spcBef>
                          <a:spcPct val="0"/>
                        </a:spcBef>
                        <a:spcAft>
                          <a:spcPct val="0"/>
                        </a:spcAft>
                        <a:buClrTx/>
                        <a:buSzTx/>
                        <a:buFontTx/>
                        <a:buNone/>
                        <a:tabLst/>
                      </a:pPr>
                      <a:r>
                        <a:rPr kumimoji="0" lang="en-US" sz="2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p>
                  </a:txBody>
                  <a:tcPr marL="68585" marR="68585"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5">
                        <a:lumMod val="40000"/>
                        <a:lumOff val="60000"/>
                      </a:schemeClr>
                    </a:solidFill>
                  </a:tcPr>
                </a:tc>
                <a:tc>
                  <a:txBody>
                    <a:bodyPr/>
                    <a:lstStyle>
                      <a:lvl1pPr>
                        <a:lnSpc>
                          <a:spcPct val="90000"/>
                        </a:lnSpc>
                        <a:spcBef>
                          <a:spcPts val="1000"/>
                        </a:spcBef>
                        <a:buFont typeface="Arial" panose="020B0604020202020204" pitchFamily="34" charset="0"/>
                        <a:defRPr sz="24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defRPr sz="20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defRPr>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defRPr sz="1600">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defRPr sz="1600">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9pPr>
                    </a:lstStyle>
                    <a:p>
                      <a:pPr marL="0" marR="0" lvl="0" indent="0" algn="ctr" defTabSz="914400" rtl="0" eaLnBrk="1" fontAlgn="base" latinLnBrk="0" hangingPunct="1">
                        <a:lnSpc>
                          <a:spcPct val="115000"/>
                        </a:lnSpc>
                        <a:spcBef>
                          <a:spcPct val="0"/>
                        </a:spcBef>
                        <a:spcAft>
                          <a:spcPct val="0"/>
                        </a:spcAft>
                        <a:buClrTx/>
                        <a:buSzTx/>
                        <a:buFontTx/>
                        <a:buNone/>
                        <a:tabLst/>
                      </a:pPr>
                      <a:endParaRPr kumimoji="0" lang="en-US" sz="2800" b="1"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endParaRPr>
                    </a:p>
                  </a:txBody>
                  <a:tcPr marL="68585" marR="68585"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5">
                        <a:lumMod val="40000"/>
                        <a:lumOff val="60000"/>
                      </a:schemeClr>
                    </a:solidFill>
                  </a:tcPr>
                </a:tc>
                <a:tc>
                  <a:txBody>
                    <a:bodyPr/>
                    <a:lstStyle>
                      <a:lvl1pPr>
                        <a:lnSpc>
                          <a:spcPct val="90000"/>
                        </a:lnSpc>
                        <a:spcBef>
                          <a:spcPts val="1000"/>
                        </a:spcBef>
                        <a:buFont typeface="Arial" panose="020B0604020202020204" pitchFamily="34" charset="0"/>
                        <a:defRPr sz="24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defRPr sz="20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defRPr>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defRPr sz="1600">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defRPr sz="1600">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9pPr>
                    </a:lstStyle>
                    <a:p>
                      <a:pPr marL="0" marR="0" lvl="0" indent="0" algn="ctr" defTabSz="914400" rtl="0" eaLnBrk="1" fontAlgn="base" latinLnBrk="0" hangingPunct="1">
                        <a:lnSpc>
                          <a:spcPct val="115000"/>
                        </a:lnSpc>
                        <a:spcBef>
                          <a:spcPct val="0"/>
                        </a:spcBef>
                        <a:spcAft>
                          <a:spcPct val="0"/>
                        </a:spcAft>
                        <a:buClrTx/>
                        <a:buSzTx/>
                        <a:buFontTx/>
                        <a:buNone/>
                        <a:tabLst/>
                      </a:pPr>
                      <a:endParaRPr kumimoji="0" lang="en-US" sz="2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txBody>
                  <a:tcPr marL="68585" marR="68585"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5">
                        <a:lumMod val="40000"/>
                        <a:lumOff val="60000"/>
                      </a:schemeClr>
                    </a:solidFill>
                  </a:tcPr>
                </a:tc>
                <a:tc>
                  <a:txBody>
                    <a:bodyPr/>
                    <a:lstStyle>
                      <a:lvl1pPr>
                        <a:lnSpc>
                          <a:spcPct val="90000"/>
                        </a:lnSpc>
                        <a:spcBef>
                          <a:spcPts val="1000"/>
                        </a:spcBef>
                        <a:buFont typeface="Arial" panose="020B0604020202020204" pitchFamily="34" charset="0"/>
                        <a:defRPr sz="24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defRPr sz="20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defRPr>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defRPr sz="1600">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defRPr sz="1600">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9pPr>
                    </a:lstStyle>
                    <a:p>
                      <a:pPr marL="0" marR="0" lvl="0" indent="0" algn="ctr" defTabSz="914400" rtl="0" eaLnBrk="1" fontAlgn="base" latinLnBrk="0" hangingPunct="1">
                        <a:lnSpc>
                          <a:spcPct val="115000"/>
                        </a:lnSpc>
                        <a:spcBef>
                          <a:spcPct val="0"/>
                        </a:spcBef>
                        <a:spcAft>
                          <a:spcPct val="0"/>
                        </a:spcAft>
                        <a:buClrTx/>
                        <a:buSzTx/>
                        <a:buFontTx/>
                        <a:buNone/>
                        <a:tabLst/>
                      </a:pPr>
                      <a:endParaRPr kumimoji="0" lang="en-US" sz="2800" b="1"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endParaRPr>
                    </a:p>
                  </a:txBody>
                  <a:tcPr marL="68585" marR="68585"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5">
                        <a:lumMod val="40000"/>
                        <a:lumOff val="60000"/>
                      </a:schemeClr>
                    </a:solidFill>
                  </a:tcPr>
                </a:tc>
                <a:extLst>
                  <a:ext uri="{0D108BD9-81ED-4DB2-BD59-A6C34878D82A}">
                    <a16:rowId xmlns:a16="http://schemas.microsoft.com/office/drawing/2014/main" val="10003"/>
                  </a:ext>
                </a:extLst>
              </a:tr>
              <a:tr h="575094">
                <a:tc>
                  <a:txBody>
                    <a:bodyPr/>
                    <a:lstStyle>
                      <a:lvl1pPr>
                        <a:lnSpc>
                          <a:spcPct val="90000"/>
                        </a:lnSpc>
                        <a:spcBef>
                          <a:spcPts val="1000"/>
                        </a:spcBef>
                        <a:buFont typeface="Arial" panose="020B0604020202020204" pitchFamily="34" charset="0"/>
                        <a:defRPr sz="24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defRPr sz="20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defRPr>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defRPr sz="1600">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defRPr sz="1600">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9pPr>
                    </a:lstStyle>
                    <a:p>
                      <a:pPr marL="0" marR="0" lvl="0" indent="0" algn="l" defTabSz="914400" rtl="0" eaLnBrk="1" fontAlgn="base" latinLnBrk="0" hangingPunct="1">
                        <a:lnSpc>
                          <a:spcPct val="115000"/>
                        </a:lnSpc>
                        <a:spcBef>
                          <a:spcPct val="0"/>
                        </a:spcBef>
                        <a:spcAft>
                          <a:spcPct val="0"/>
                        </a:spcAft>
                        <a:buClrTx/>
                        <a:buSzTx/>
                        <a:buFontTx/>
                        <a:buNone/>
                        <a:tabLst/>
                      </a:pPr>
                      <a:r>
                        <a:rPr kumimoji="0" lang="en-US" sz="1600" b="1" i="0" u="none" strike="noStrike" cap="none" normalizeH="0" baseline="0" dirty="0">
                          <a:ln>
                            <a:noFill/>
                          </a:ln>
                          <a:solidFill>
                            <a:schemeClr val="bg1"/>
                          </a:solidFill>
                          <a:effectLst/>
                          <a:latin typeface="Times New Roman" panose="02020603050405020304" pitchFamily="18" charset="0"/>
                          <a:cs typeface="Times New Roman" panose="02020603050405020304" pitchFamily="18" charset="0"/>
                        </a:rPr>
                        <a:t>Experimental Analysis</a:t>
                      </a:r>
                    </a:p>
                  </a:txBody>
                  <a:tcPr marL="68585" marR="68585"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5">
                        <a:lumMod val="60000"/>
                        <a:lumOff val="40000"/>
                      </a:schemeClr>
                    </a:solidFill>
                  </a:tcPr>
                </a:tc>
                <a:tc>
                  <a:txBody>
                    <a:bodyPr/>
                    <a:lstStyle>
                      <a:lvl1pPr>
                        <a:lnSpc>
                          <a:spcPct val="90000"/>
                        </a:lnSpc>
                        <a:spcBef>
                          <a:spcPts val="1000"/>
                        </a:spcBef>
                        <a:buFont typeface="Arial" panose="020B0604020202020204" pitchFamily="34" charset="0"/>
                        <a:defRPr sz="24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defRPr sz="20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defRPr>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defRPr sz="1600">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defRPr sz="1600">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9pPr>
                    </a:lstStyle>
                    <a:p>
                      <a:pPr marL="0" marR="0" lvl="0" indent="0" algn="ctr" defTabSz="914400" rtl="0" eaLnBrk="1" fontAlgn="base" latinLnBrk="0" hangingPunct="1">
                        <a:lnSpc>
                          <a:spcPct val="115000"/>
                        </a:lnSpc>
                        <a:spcBef>
                          <a:spcPct val="0"/>
                        </a:spcBef>
                        <a:spcAft>
                          <a:spcPct val="0"/>
                        </a:spcAft>
                        <a:buClrTx/>
                        <a:buSzTx/>
                        <a:buFontTx/>
                        <a:buNone/>
                        <a:tabLst/>
                      </a:pPr>
                      <a:r>
                        <a:rPr kumimoji="0" lang="en-US" sz="2800" b="1"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a:t>
                      </a:r>
                    </a:p>
                  </a:txBody>
                  <a:tcPr marL="68585" marR="68585"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5">
                        <a:lumMod val="40000"/>
                        <a:lumOff val="60000"/>
                      </a:schemeClr>
                    </a:solidFill>
                  </a:tcPr>
                </a:tc>
                <a:tc>
                  <a:txBody>
                    <a:bodyPr/>
                    <a:lstStyle>
                      <a:lvl1pPr>
                        <a:lnSpc>
                          <a:spcPct val="90000"/>
                        </a:lnSpc>
                        <a:spcBef>
                          <a:spcPts val="1000"/>
                        </a:spcBef>
                        <a:buFont typeface="Arial" panose="020B0604020202020204" pitchFamily="34" charset="0"/>
                        <a:defRPr sz="24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defRPr sz="20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defRPr>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defRPr sz="1600">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defRPr sz="1600">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9pPr>
                    </a:lstStyle>
                    <a:p>
                      <a:pPr marL="0" marR="0" lvl="0" indent="0" algn="ctr" defTabSz="914400" rtl="0" eaLnBrk="1" fontAlgn="base" latinLnBrk="0" hangingPunct="1">
                        <a:lnSpc>
                          <a:spcPct val="115000"/>
                        </a:lnSpc>
                        <a:spcBef>
                          <a:spcPct val="0"/>
                        </a:spcBef>
                        <a:spcAft>
                          <a:spcPct val="0"/>
                        </a:spcAft>
                        <a:buClrTx/>
                        <a:buSzTx/>
                        <a:buFontTx/>
                        <a:buNone/>
                        <a:tabLst/>
                      </a:pPr>
                      <a:r>
                        <a:rPr kumimoji="0" lang="en-US" sz="2800" b="1"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a:t>
                      </a:r>
                    </a:p>
                  </a:txBody>
                  <a:tcPr marL="68585" marR="68585"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5">
                        <a:lumMod val="40000"/>
                        <a:lumOff val="60000"/>
                      </a:schemeClr>
                    </a:solidFill>
                  </a:tcPr>
                </a:tc>
                <a:tc>
                  <a:txBody>
                    <a:bodyPr/>
                    <a:lstStyle>
                      <a:lvl1pPr>
                        <a:lnSpc>
                          <a:spcPct val="90000"/>
                        </a:lnSpc>
                        <a:spcBef>
                          <a:spcPts val="1000"/>
                        </a:spcBef>
                        <a:buFont typeface="Arial" panose="020B0604020202020204" pitchFamily="34" charset="0"/>
                        <a:defRPr sz="24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defRPr sz="20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defRPr>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defRPr sz="1600">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defRPr sz="1600">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9pPr>
                    </a:lstStyle>
                    <a:p>
                      <a:pPr marL="0" marR="0" lvl="0" indent="0" algn="ctr" defTabSz="914400" rtl="0" eaLnBrk="1" fontAlgn="base" latinLnBrk="0" hangingPunct="1">
                        <a:lnSpc>
                          <a:spcPct val="115000"/>
                        </a:lnSpc>
                        <a:spcBef>
                          <a:spcPct val="0"/>
                        </a:spcBef>
                        <a:spcAft>
                          <a:spcPct val="0"/>
                        </a:spcAft>
                        <a:buClrTx/>
                        <a:buSzTx/>
                        <a:buFontTx/>
                        <a:buNone/>
                        <a:tabLst/>
                      </a:pPr>
                      <a:r>
                        <a:rPr kumimoji="0" lang="en-US" sz="2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p>
                  </a:txBody>
                  <a:tcPr marL="68585" marR="68585"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5">
                        <a:lumMod val="40000"/>
                        <a:lumOff val="60000"/>
                      </a:schemeClr>
                    </a:solidFill>
                  </a:tcPr>
                </a:tc>
                <a:tc>
                  <a:txBody>
                    <a:bodyPr/>
                    <a:lstStyle>
                      <a:lvl1pPr>
                        <a:lnSpc>
                          <a:spcPct val="90000"/>
                        </a:lnSpc>
                        <a:spcBef>
                          <a:spcPts val="1000"/>
                        </a:spcBef>
                        <a:buFont typeface="Arial" panose="020B0604020202020204" pitchFamily="34" charset="0"/>
                        <a:defRPr sz="24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defRPr sz="20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defRPr>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defRPr sz="1600">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defRPr sz="1600">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9pPr>
                    </a:lstStyle>
                    <a:p>
                      <a:pPr marL="0" marR="0" lvl="0" indent="0" algn="ctr" defTabSz="914400" rtl="0" eaLnBrk="1" fontAlgn="base" latinLnBrk="0" hangingPunct="1">
                        <a:lnSpc>
                          <a:spcPct val="115000"/>
                        </a:lnSpc>
                        <a:spcBef>
                          <a:spcPct val="0"/>
                        </a:spcBef>
                        <a:spcAft>
                          <a:spcPct val="0"/>
                        </a:spcAft>
                        <a:buClrTx/>
                        <a:buSzTx/>
                        <a:buFontTx/>
                        <a:buNone/>
                        <a:tabLst/>
                      </a:pPr>
                      <a:endParaRPr kumimoji="0" lang="en-US" sz="2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txBody>
                  <a:tcPr marL="68585" marR="68585"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5">
                        <a:lumMod val="40000"/>
                        <a:lumOff val="60000"/>
                      </a:schemeClr>
                    </a:solidFill>
                  </a:tcPr>
                </a:tc>
                <a:extLst>
                  <a:ext uri="{0D108BD9-81ED-4DB2-BD59-A6C34878D82A}">
                    <a16:rowId xmlns:a16="http://schemas.microsoft.com/office/drawing/2014/main" val="10004"/>
                  </a:ext>
                </a:extLst>
              </a:tr>
              <a:tr h="575094">
                <a:tc>
                  <a:txBody>
                    <a:bodyPr/>
                    <a:lstStyle>
                      <a:lvl1pPr>
                        <a:lnSpc>
                          <a:spcPct val="90000"/>
                        </a:lnSpc>
                        <a:spcBef>
                          <a:spcPts val="1000"/>
                        </a:spcBef>
                        <a:buFont typeface="Arial" panose="020B0604020202020204" pitchFamily="34" charset="0"/>
                        <a:defRPr sz="24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defRPr sz="20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defRPr>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defRPr sz="1600">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defRPr sz="1600">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9pPr>
                    </a:lstStyle>
                    <a:p>
                      <a:pPr marL="0" marR="0" lvl="0" indent="0" algn="l" defTabSz="914400" rtl="0" eaLnBrk="1" fontAlgn="base" latinLnBrk="0" hangingPunct="1">
                        <a:lnSpc>
                          <a:spcPct val="115000"/>
                        </a:lnSpc>
                        <a:spcBef>
                          <a:spcPct val="0"/>
                        </a:spcBef>
                        <a:spcAft>
                          <a:spcPct val="0"/>
                        </a:spcAft>
                        <a:buClrTx/>
                        <a:buSzTx/>
                        <a:buFontTx/>
                        <a:buNone/>
                        <a:tabLst/>
                      </a:pPr>
                      <a:r>
                        <a:rPr kumimoji="0" lang="en-US" sz="1600" b="1" i="0" u="none" strike="noStrike" cap="none" normalizeH="0" baseline="0" dirty="0">
                          <a:ln>
                            <a:noFill/>
                          </a:ln>
                          <a:solidFill>
                            <a:schemeClr val="bg1"/>
                          </a:solidFill>
                          <a:effectLst/>
                          <a:latin typeface="Times New Roman" panose="02020603050405020304" pitchFamily="18" charset="0"/>
                          <a:cs typeface="Times New Roman" panose="02020603050405020304" pitchFamily="18" charset="0"/>
                        </a:rPr>
                        <a:t>Module wise Implementation</a:t>
                      </a:r>
                    </a:p>
                  </a:txBody>
                  <a:tcPr marL="68585" marR="68585"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5">
                        <a:lumMod val="60000"/>
                        <a:lumOff val="40000"/>
                      </a:schemeClr>
                    </a:solidFill>
                  </a:tcPr>
                </a:tc>
                <a:tc>
                  <a:txBody>
                    <a:bodyPr/>
                    <a:lstStyle>
                      <a:lvl1pPr>
                        <a:lnSpc>
                          <a:spcPct val="90000"/>
                        </a:lnSpc>
                        <a:spcBef>
                          <a:spcPts val="1000"/>
                        </a:spcBef>
                        <a:buFont typeface="Arial" panose="020B0604020202020204" pitchFamily="34" charset="0"/>
                        <a:defRPr sz="24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defRPr sz="20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defRPr>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defRPr sz="1600">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defRPr sz="1600">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9pPr>
                    </a:lstStyle>
                    <a:p>
                      <a:pPr marL="0" marR="0" lvl="0" indent="0" algn="ctr" defTabSz="914400" rtl="0" eaLnBrk="1" fontAlgn="base" latinLnBrk="0" hangingPunct="1">
                        <a:lnSpc>
                          <a:spcPct val="115000"/>
                        </a:lnSpc>
                        <a:spcBef>
                          <a:spcPct val="0"/>
                        </a:spcBef>
                        <a:spcAft>
                          <a:spcPct val="0"/>
                        </a:spcAft>
                        <a:buClrTx/>
                        <a:buSzTx/>
                        <a:buFontTx/>
                        <a:buNone/>
                        <a:tabLst/>
                      </a:pPr>
                      <a:endParaRPr kumimoji="0" lang="en-US" sz="2800" b="1"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endParaRPr>
                    </a:p>
                  </a:txBody>
                  <a:tcPr marL="68585" marR="68585"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5">
                        <a:lumMod val="40000"/>
                        <a:lumOff val="60000"/>
                      </a:schemeClr>
                    </a:solidFill>
                  </a:tcPr>
                </a:tc>
                <a:tc>
                  <a:txBody>
                    <a:bodyPr/>
                    <a:lstStyle>
                      <a:lvl1pPr>
                        <a:lnSpc>
                          <a:spcPct val="90000"/>
                        </a:lnSpc>
                        <a:spcBef>
                          <a:spcPts val="1000"/>
                        </a:spcBef>
                        <a:buFont typeface="Arial" panose="020B0604020202020204" pitchFamily="34" charset="0"/>
                        <a:defRPr sz="24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defRPr sz="20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defRPr>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defRPr sz="1600">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defRPr sz="1600">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9pPr>
                    </a:lstStyle>
                    <a:p>
                      <a:pPr marL="0" marR="0" lvl="0" indent="0" algn="ctr" defTabSz="914400" rtl="0" eaLnBrk="1" fontAlgn="base" latinLnBrk="0" hangingPunct="1">
                        <a:lnSpc>
                          <a:spcPct val="115000"/>
                        </a:lnSpc>
                        <a:spcBef>
                          <a:spcPct val="0"/>
                        </a:spcBef>
                        <a:spcAft>
                          <a:spcPct val="0"/>
                        </a:spcAft>
                        <a:buClrTx/>
                        <a:buSzTx/>
                        <a:buFontTx/>
                        <a:buNone/>
                        <a:tabLst/>
                      </a:pPr>
                      <a:r>
                        <a:rPr kumimoji="0" lang="en-US" sz="2800" b="1"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a:t>
                      </a:r>
                    </a:p>
                  </a:txBody>
                  <a:tcPr marL="68585" marR="68585"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5">
                        <a:lumMod val="40000"/>
                        <a:lumOff val="60000"/>
                      </a:schemeClr>
                    </a:solidFill>
                  </a:tcPr>
                </a:tc>
                <a:tc>
                  <a:txBody>
                    <a:bodyPr/>
                    <a:lstStyle>
                      <a:lvl1pPr>
                        <a:lnSpc>
                          <a:spcPct val="90000"/>
                        </a:lnSpc>
                        <a:spcBef>
                          <a:spcPts val="1000"/>
                        </a:spcBef>
                        <a:buFont typeface="Arial" panose="020B0604020202020204" pitchFamily="34" charset="0"/>
                        <a:defRPr sz="24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defRPr sz="20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defRPr>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defRPr sz="1600">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defRPr sz="1600">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9pPr>
                    </a:lstStyle>
                    <a:p>
                      <a:pPr marL="0" marR="0" lvl="0" indent="0" algn="ctr" defTabSz="914400" rtl="0" eaLnBrk="1" fontAlgn="base" latinLnBrk="0" hangingPunct="1">
                        <a:lnSpc>
                          <a:spcPct val="115000"/>
                        </a:lnSpc>
                        <a:spcBef>
                          <a:spcPct val="0"/>
                        </a:spcBef>
                        <a:spcAft>
                          <a:spcPct val="0"/>
                        </a:spcAft>
                        <a:buClrTx/>
                        <a:buSzTx/>
                        <a:buFontTx/>
                        <a:buNone/>
                        <a:tabLst/>
                      </a:pPr>
                      <a:r>
                        <a:rPr kumimoji="0" lang="en-US" sz="2800" b="1"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a:t>
                      </a:r>
                    </a:p>
                  </a:txBody>
                  <a:tcPr marL="68585" marR="68585"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5">
                        <a:lumMod val="40000"/>
                        <a:lumOff val="60000"/>
                      </a:schemeClr>
                    </a:solidFill>
                  </a:tcPr>
                </a:tc>
                <a:tc>
                  <a:txBody>
                    <a:bodyPr/>
                    <a:lstStyle>
                      <a:lvl1pPr>
                        <a:lnSpc>
                          <a:spcPct val="90000"/>
                        </a:lnSpc>
                        <a:spcBef>
                          <a:spcPts val="1000"/>
                        </a:spcBef>
                        <a:buFont typeface="Arial" panose="020B0604020202020204" pitchFamily="34" charset="0"/>
                        <a:defRPr sz="24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defRPr sz="20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defRPr>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defRPr sz="1600">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defRPr sz="1600">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9pPr>
                    </a:lstStyle>
                    <a:p>
                      <a:pPr marL="0" marR="0" lvl="0" indent="0" algn="ctr" defTabSz="914400" rtl="0" eaLnBrk="1" fontAlgn="base" latinLnBrk="0" hangingPunct="1">
                        <a:lnSpc>
                          <a:spcPct val="115000"/>
                        </a:lnSpc>
                        <a:spcBef>
                          <a:spcPct val="0"/>
                        </a:spcBef>
                        <a:spcAft>
                          <a:spcPct val="0"/>
                        </a:spcAft>
                        <a:buClrTx/>
                        <a:buSzTx/>
                        <a:buFontTx/>
                        <a:buNone/>
                        <a:tabLst/>
                      </a:pPr>
                      <a:endParaRPr kumimoji="0" lang="en-US" sz="2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txBody>
                  <a:tcPr marL="68585" marR="68585"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5">
                        <a:lumMod val="40000"/>
                        <a:lumOff val="60000"/>
                      </a:schemeClr>
                    </a:solidFill>
                  </a:tcPr>
                </a:tc>
                <a:extLst>
                  <a:ext uri="{0D108BD9-81ED-4DB2-BD59-A6C34878D82A}">
                    <a16:rowId xmlns:a16="http://schemas.microsoft.com/office/drawing/2014/main" val="10005"/>
                  </a:ext>
                </a:extLst>
              </a:tr>
              <a:tr h="575094">
                <a:tc>
                  <a:txBody>
                    <a:bodyPr/>
                    <a:lstStyle>
                      <a:lvl1pPr>
                        <a:lnSpc>
                          <a:spcPct val="90000"/>
                        </a:lnSpc>
                        <a:spcBef>
                          <a:spcPts val="1000"/>
                        </a:spcBef>
                        <a:buFont typeface="Arial" panose="020B0604020202020204" pitchFamily="34" charset="0"/>
                        <a:defRPr sz="24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defRPr sz="20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defRPr>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defRPr sz="1600">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defRPr sz="1600">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9pPr>
                    </a:lstStyle>
                    <a:p>
                      <a:pPr marL="0" marR="0" lvl="0" indent="0" algn="l" defTabSz="914400" rtl="0" eaLnBrk="1" fontAlgn="base" latinLnBrk="0" hangingPunct="1">
                        <a:lnSpc>
                          <a:spcPct val="115000"/>
                        </a:lnSpc>
                        <a:spcBef>
                          <a:spcPct val="0"/>
                        </a:spcBef>
                        <a:spcAft>
                          <a:spcPct val="0"/>
                        </a:spcAft>
                        <a:buClrTx/>
                        <a:buSzTx/>
                        <a:buFontTx/>
                        <a:buNone/>
                        <a:tabLst/>
                      </a:pPr>
                      <a:r>
                        <a:rPr kumimoji="0" lang="en-US" sz="1600" b="1" i="0" u="none" strike="noStrike" cap="none" normalizeH="0" baseline="0" dirty="0">
                          <a:ln>
                            <a:noFill/>
                          </a:ln>
                          <a:solidFill>
                            <a:schemeClr val="bg1"/>
                          </a:solidFill>
                          <a:effectLst/>
                          <a:latin typeface="Times New Roman" panose="02020603050405020304" pitchFamily="18" charset="0"/>
                          <a:cs typeface="Times New Roman" panose="02020603050405020304" pitchFamily="18" charset="0"/>
                        </a:rPr>
                        <a:t>Testing and Debugging</a:t>
                      </a:r>
                    </a:p>
                  </a:txBody>
                  <a:tcPr marL="68585" marR="68585"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5">
                        <a:lumMod val="60000"/>
                        <a:lumOff val="40000"/>
                      </a:schemeClr>
                    </a:solidFill>
                  </a:tcPr>
                </a:tc>
                <a:tc>
                  <a:txBody>
                    <a:bodyPr/>
                    <a:lstStyle>
                      <a:lvl1pPr>
                        <a:lnSpc>
                          <a:spcPct val="90000"/>
                        </a:lnSpc>
                        <a:spcBef>
                          <a:spcPts val="1000"/>
                        </a:spcBef>
                        <a:buFont typeface="Arial" panose="020B0604020202020204" pitchFamily="34" charset="0"/>
                        <a:defRPr sz="24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defRPr sz="20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defRPr>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defRPr sz="1600">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defRPr sz="1600">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9pPr>
                    </a:lstStyle>
                    <a:p>
                      <a:pPr marL="0" marR="0" lvl="0" indent="0" algn="ctr" defTabSz="914400" rtl="0" eaLnBrk="1" fontAlgn="base" latinLnBrk="0" hangingPunct="1">
                        <a:lnSpc>
                          <a:spcPct val="115000"/>
                        </a:lnSpc>
                        <a:spcBef>
                          <a:spcPct val="0"/>
                        </a:spcBef>
                        <a:spcAft>
                          <a:spcPct val="0"/>
                        </a:spcAft>
                        <a:buClrTx/>
                        <a:buSzTx/>
                        <a:buFontTx/>
                        <a:buNone/>
                        <a:tabLst/>
                      </a:pPr>
                      <a:endParaRPr kumimoji="0" lang="en-US" sz="2800" b="1"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endParaRPr>
                    </a:p>
                  </a:txBody>
                  <a:tcPr marL="68585" marR="68585"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5">
                        <a:lumMod val="40000"/>
                        <a:lumOff val="60000"/>
                      </a:schemeClr>
                    </a:solidFill>
                  </a:tcPr>
                </a:tc>
                <a:tc>
                  <a:txBody>
                    <a:bodyPr/>
                    <a:lstStyle>
                      <a:lvl1pPr>
                        <a:lnSpc>
                          <a:spcPct val="90000"/>
                        </a:lnSpc>
                        <a:spcBef>
                          <a:spcPts val="1000"/>
                        </a:spcBef>
                        <a:buFont typeface="Arial" panose="020B0604020202020204" pitchFamily="34" charset="0"/>
                        <a:defRPr sz="24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defRPr sz="20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defRPr>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defRPr sz="1600">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defRPr sz="1600">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9pPr>
                    </a:lstStyle>
                    <a:p>
                      <a:pPr marL="0" marR="0" lvl="0" indent="0" algn="ctr" defTabSz="914400" rtl="0" eaLnBrk="1" fontAlgn="base" latinLnBrk="0" hangingPunct="1">
                        <a:lnSpc>
                          <a:spcPct val="115000"/>
                        </a:lnSpc>
                        <a:spcBef>
                          <a:spcPct val="0"/>
                        </a:spcBef>
                        <a:spcAft>
                          <a:spcPct val="0"/>
                        </a:spcAft>
                        <a:buClrTx/>
                        <a:buSzTx/>
                        <a:buFontTx/>
                        <a:buNone/>
                        <a:tabLst/>
                      </a:pPr>
                      <a:endParaRPr kumimoji="0" lang="en-US" sz="2800" b="1"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endParaRPr>
                    </a:p>
                  </a:txBody>
                  <a:tcPr marL="68585" marR="68585"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5">
                        <a:lumMod val="40000"/>
                        <a:lumOff val="60000"/>
                      </a:schemeClr>
                    </a:solidFill>
                  </a:tcPr>
                </a:tc>
                <a:tc>
                  <a:txBody>
                    <a:bodyPr/>
                    <a:lstStyle>
                      <a:lvl1pPr>
                        <a:lnSpc>
                          <a:spcPct val="90000"/>
                        </a:lnSpc>
                        <a:spcBef>
                          <a:spcPts val="1000"/>
                        </a:spcBef>
                        <a:buFont typeface="Arial" panose="020B0604020202020204" pitchFamily="34" charset="0"/>
                        <a:defRPr sz="24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defRPr sz="20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defRPr>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defRPr sz="1600">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defRPr sz="1600">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9pPr>
                    </a:lstStyle>
                    <a:p>
                      <a:pPr marL="0" marR="0" lvl="0" indent="0" algn="ctr" defTabSz="914400" rtl="0" eaLnBrk="1" fontAlgn="base" latinLnBrk="0" hangingPunct="1">
                        <a:lnSpc>
                          <a:spcPct val="115000"/>
                        </a:lnSpc>
                        <a:spcBef>
                          <a:spcPct val="0"/>
                        </a:spcBef>
                        <a:spcAft>
                          <a:spcPct val="0"/>
                        </a:spcAft>
                        <a:buClrTx/>
                        <a:buSzTx/>
                        <a:buFontTx/>
                        <a:buNone/>
                        <a:tabLst/>
                      </a:pPr>
                      <a:r>
                        <a:rPr kumimoji="0" lang="en-US" sz="2800" b="1"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a:t>
                      </a:r>
                    </a:p>
                  </a:txBody>
                  <a:tcPr marL="68585" marR="68585"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5">
                        <a:lumMod val="40000"/>
                        <a:lumOff val="60000"/>
                      </a:schemeClr>
                    </a:solidFill>
                  </a:tcPr>
                </a:tc>
                <a:tc>
                  <a:txBody>
                    <a:bodyPr/>
                    <a:lstStyle>
                      <a:lvl1pPr>
                        <a:lnSpc>
                          <a:spcPct val="90000"/>
                        </a:lnSpc>
                        <a:spcBef>
                          <a:spcPts val="1000"/>
                        </a:spcBef>
                        <a:buFont typeface="Arial" panose="020B0604020202020204" pitchFamily="34" charset="0"/>
                        <a:defRPr sz="24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defRPr sz="20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defRPr>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defRPr sz="1600">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defRPr sz="1600">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9pPr>
                    </a:lstStyle>
                    <a:p>
                      <a:pPr marL="0" marR="0" lvl="0" indent="0" algn="ctr" defTabSz="914400" rtl="0" eaLnBrk="1" fontAlgn="base" latinLnBrk="0" hangingPunct="1">
                        <a:lnSpc>
                          <a:spcPct val="115000"/>
                        </a:lnSpc>
                        <a:spcBef>
                          <a:spcPct val="0"/>
                        </a:spcBef>
                        <a:spcAft>
                          <a:spcPct val="0"/>
                        </a:spcAft>
                        <a:buClrTx/>
                        <a:buSzTx/>
                        <a:buFontTx/>
                        <a:buNone/>
                        <a:tabLst/>
                      </a:pPr>
                      <a:r>
                        <a:rPr kumimoji="0" lang="en-US" sz="2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p>
                  </a:txBody>
                  <a:tcPr marL="68585" marR="68585"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5">
                        <a:lumMod val="40000"/>
                        <a:lumOff val="60000"/>
                      </a:schemeClr>
                    </a:solidFill>
                  </a:tcPr>
                </a:tc>
                <a:extLst>
                  <a:ext uri="{0D108BD9-81ED-4DB2-BD59-A6C34878D82A}">
                    <a16:rowId xmlns:a16="http://schemas.microsoft.com/office/drawing/2014/main" val="10006"/>
                  </a:ext>
                </a:extLst>
              </a:tr>
              <a:tr h="575094">
                <a:tc>
                  <a:txBody>
                    <a:bodyPr/>
                    <a:lstStyle>
                      <a:lvl1pPr>
                        <a:lnSpc>
                          <a:spcPct val="90000"/>
                        </a:lnSpc>
                        <a:spcBef>
                          <a:spcPts val="1000"/>
                        </a:spcBef>
                        <a:buFont typeface="Arial" panose="020B0604020202020204" pitchFamily="34" charset="0"/>
                        <a:defRPr sz="24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defRPr sz="20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defRPr>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defRPr sz="1600">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defRPr sz="1600">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9pPr>
                    </a:lstStyle>
                    <a:p>
                      <a:pPr marL="0" marR="0" lvl="0" indent="0" algn="l" defTabSz="914400" rtl="0" eaLnBrk="1" fontAlgn="base" latinLnBrk="0" hangingPunct="1">
                        <a:lnSpc>
                          <a:spcPct val="115000"/>
                        </a:lnSpc>
                        <a:spcBef>
                          <a:spcPct val="0"/>
                        </a:spcBef>
                        <a:spcAft>
                          <a:spcPct val="0"/>
                        </a:spcAft>
                        <a:buClrTx/>
                        <a:buSzTx/>
                        <a:buFontTx/>
                        <a:buNone/>
                        <a:tabLst/>
                      </a:pPr>
                      <a:r>
                        <a:rPr kumimoji="0" lang="en-US" sz="1600" b="1" i="0" u="none" strike="noStrike" cap="none" normalizeH="0" baseline="0" dirty="0">
                          <a:ln>
                            <a:noFill/>
                          </a:ln>
                          <a:solidFill>
                            <a:schemeClr val="bg1"/>
                          </a:solidFill>
                          <a:effectLst/>
                          <a:latin typeface="Times New Roman" panose="02020603050405020304" pitchFamily="18" charset="0"/>
                          <a:cs typeface="Times New Roman" panose="02020603050405020304" pitchFamily="18" charset="0"/>
                        </a:rPr>
                        <a:t>Preparation of Project Report</a:t>
                      </a:r>
                    </a:p>
                  </a:txBody>
                  <a:tcPr marL="68585" marR="68585"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5">
                        <a:lumMod val="60000"/>
                        <a:lumOff val="40000"/>
                      </a:schemeClr>
                    </a:solidFill>
                  </a:tcPr>
                </a:tc>
                <a:tc>
                  <a:txBody>
                    <a:bodyPr/>
                    <a:lstStyle>
                      <a:lvl1pPr>
                        <a:lnSpc>
                          <a:spcPct val="90000"/>
                        </a:lnSpc>
                        <a:spcBef>
                          <a:spcPts val="1000"/>
                        </a:spcBef>
                        <a:buFont typeface="Arial" panose="020B0604020202020204" pitchFamily="34" charset="0"/>
                        <a:defRPr sz="24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defRPr sz="20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defRPr>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defRPr sz="1600">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defRPr sz="1600">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9pPr>
                    </a:lstStyle>
                    <a:p>
                      <a:pPr marL="0" marR="0" lvl="0" indent="0" algn="ctr" defTabSz="914400" rtl="0" eaLnBrk="1" fontAlgn="base" latinLnBrk="0" hangingPunct="1">
                        <a:lnSpc>
                          <a:spcPct val="115000"/>
                        </a:lnSpc>
                        <a:spcBef>
                          <a:spcPct val="0"/>
                        </a:spcBef>
                        <a:spcAft>
                          <a:spcPct val="0"/>
                        </a:spcAft>
                        <a:buClrTx/>
                        <a:buSzTx/>
                        <a:buFontTx/>
                        <a:buNone/>
                        <a:tabLst/>
                      </a:pPr>
                      <a:endParaRPr kumimoji="0" lang="en-US" sz="2800" b="1"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endParaRPr>
                    </a:p>
                  </a:txBody>
                  <a:tcPr marL="68585" marR="68585"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5">
                        <a:lumMod val="40000"/>
                        <a:lumOff val="60000"/>
                      </a:schemeClr>
                    </a:solidFill>
                  </a:tcPr>
                </a:tc>
                <a:tc>
                  <a:txBody>
                    <a:bodyPr/>
                    <a:lstStyle>
                      <a:lvl1pPr>
                        <a:lnSpc>
                          <a:spcPct val="90000"/>
                        </a:lnSpc>
                        <a:spcBef>
                          <a:spcPts val="1000"/>
                        </a:spcBef>
                        <a:buFont typeface="Arial" panose="020B0604020202020204" pitchFamily="34" charset="0"/>
                        <a:defRPr sz="24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defRPr sz="20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defRPr>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defRPr sz="1600">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defRPr sz="1600">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9pPr>
                    </a:lstStyle>
                    <a:p>
                      <a:pPr marL="0" marR="0" lvl="0" indent="0" algn="ctr" defTabSz="914400" rtl="0" eaLnBrk="1" fontAlgn="base" latinLnBrk="0" hangingPunct="1">
                        <a:lnSpc>
                          <a:spcPct val="115000"/>
                        </a:lnSpc>
                        <a:spcBef>
                          <a:spcPct val="0"/>
                        </a:spcBef>
                        <a:spcAft>
                          <a:spcPct val="0"/>
                        </a:spcAft>
                        <a:buClrTx/>
                        <a:buSzTx/>
                        <a:buFontTx/>
                        <a:buNone/>
                        <a:tabLst/>
                      </a:pPr>
                      <a:endParaRPr kumimoji="0" lang="en-US" sz="2800" b="1"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endParaRPr>
                    </a:p>
                  </a:txBody>
                  <a:tcPr marL="68585" marR="68585"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5">
                        <a:lumMod val="40000"/>
                        <a:lumOff val="60000"/>
                      </a:schemeClr>
                    </a:solidFill>
                  </a:tcPr>
                </a:tc>
                <a:tc>
                  <a:txBody>
                    <a:bodyPr/>
                    <a:lstStyle>
                      <a:lvl1pPr>
                        <a:lnSpc>
                          <a:spcPct val="90000"/>
                        </a:lnSpc>
                        <a:spcBef>
                          <a:spcPts val="1000"/>
                        </a:spcBef>
                        <a:buFont typeface="Arial" panose="020B0604020202020204" pitchFamily="34" charset="0"/>
                        <a:defRPr sz="24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defRPr sz="20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defRPr>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defRPr sz="1600">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defRPr sz="1600">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9pPr>
                    </a:lstStyle>
                    <a:p>
                      <a:pPr marL="0" marR="0" lvl="0" indent="0" algn="ctr" defTabSz="914400" rtl="0" eaLnBrk="1" fontAlgn="base" latinLnBrk="0" hangingPunct="1">
                        <a:lnSpc>
                          <a:spcPct val="115000"/>
                        </a:lnSpc>
                        <a:spcBef>
                          <a:spcPct val="0"/>
                        </a:spcBef>
                        <a:spcAft>
                          <a:spcPct val="0"/>
                        </a:spcAft>
                        <a:buClrTx/>
                        <a:buSzTx/>
                        <a:buFontTx/>
                        <a:buNone/>
                        <a:tabLst/>
                      </a:pPr>
                      <a:endParaRPr kumimoji="0" lang="en-US" sz="2800" b="1"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endParaRPr>
                    </a:p>
                  </a:txBody>
                  <a:tcPr marL="68585" marR="68585"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5">
                        <a:lumMod val="40000"/>
                        <a:lumOff val="60000"/>
                      </a:schemeClr>
                    </a:solidFill>
                  </a:tcPr>
                </a:tc>
                <a:tc>
                  <a:txBody>
                    <a:bodyPr/>
                    <a:lstStyle>
                      <a:lvl1pPr>
                        <a:lnSpc>
                          <a:spcPct val="90000"/>
                        </a:lnSpc>
                        <a:spcBef>
                          <a:spcPts val="1000"/>
                        </a:spcBef>
                        <a:buFont typeface="Arial" panose="020B0604020202020204" pitchFamily="34" charset="0"/>
                        <a:defRPr sz="24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defRPr sz="20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defRPr>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defRPr sz="1600">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defRPr sz="1600">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9pPr>
                    </a:lstStyle>
                    <a:p>
                      <a:pPr marL="0" marR="0" lvl="0" indent="0" algn="ctr" defTabSz="914400" rtl="0" eaLnBrk="1" fontAlgn="base" latinLnBrk="0" hangingPunct="1">
                        <a:lnSpc>
                          <a:spcPct val="115000"/>
                        </a:lnSpc>
                        <a:spcBef>
                          <a:spcPct val="0"/>
                        </a:spcBef>
                        <a:spcAft>
                          <a:spcPct val="0"/>
                        </a:spcAft>
                        <a:buClrTx/>
                        <a:buSzTx/>
                        <a:buFontTx/>
                        <a:buNone/>
                        <a:tabLst/>
                      </a:pPr>
                      <a:r>
                        <a:rPr kumimoji="0" lang="en-US" sz="2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p>
                  </a:txBody>
                  <a:tcPr marL="68585" marR="68585"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5">
                        <a:lumMod val="40000"/>
                        <a:lumOff val="60000"/>
                      </a:schemeClr>
                    </a:solidFill>
                  </a:tcPr>
                </a:tc>
                <a:extLst>
                  <a:ext uri="{0D108BD9-81ED-4DB2-BD59-A6C34878D82A}">
                    <a16:rowId xmlns:a16="http://schemas.microsoft.com/office/drawing/2014/main" val="10007"/>
                  </a:ext>
                </a:extLst>
              </a:tr>
            </a:tbl>
          </a:graphicData>
        </a:graphic>
      </p:graphicFrame>
      <p:sp>
        <p:nvSpPr>
          <p:cNvPr id="14" name="Title 1">
            <a:extLst>
              <a:ext uri="{FF2B5EF4-FFF2-40B4-BE49-F238E27FC236}">
                <a16:creationId xmlns:a16="http://schemas.microsoft.com/office/drawing/2014/main" id="{6BFFB5FD-A512-5671-567E-15E19B7B9D09}"/>
              </a:ext>
            </a:extLst>
          </p:cNvPr>
          <p:cNvSpPr txBox="1">
            <a:spLocks/>
          </p:cNvSpPr>
          <p:nvPr/>
        </p:nvSpPr>
        <p:spPr bwMode="auto">
          <a:xfrm>
            <a:off x="1912938" y="0"/>
            <a:ext cx="8399462" cy="639763"/>
          </a:xfrm>
          <a:prstGeom prst="rect">
            <a:avLst/>
          </a:prstGeom>
          <a:solidFill>
            <a:srgbClr val="7030A0"/>
          </a:solidFill>
          <a:ln>
            <a:solidFill>
              <a:schemeClr val="tx1"/>
            </a:solidFill>
          </a:ln>
        </p:spPr>
        <p:txBody>
          <a:bodyPr anchor="ctr">
            <a:normAutofit fontScale="97500"/>
          </a:bodyPr>
          <a:lstStyle>
            <a:lvl1pPr algn="ctr" rtl="0" eaLnBrk="0" fontAlgn="base" hangingPunct="0">
              <a:lnSpc>
                <a:spcPct val="90000"/>
              </a:lnSpc>
              <a:spcBef>
                <a:spcPct val="0"/>
              </a:spcBef>
              <a:spcAft>
                <a:spcPct val="0"/>
              </a:spcAft>
              <a:defRPr sz="6000" kern="1200">
                <a:solidFill>
                  <a:schemeClr val="tx1"/>
                </a:solidFill>
                <a:latin typeface="+mj-lt"/>
                <a:ea typeface="+mj-ea"/>
                <a:cs typeface="+mj-cs"/>
              </a:defRPr>
            </a:lvl1pPr>
            <a:lvl2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2pPr>
            <a:lvl3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3pPr>
            <a:lvl4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4pPr>
            <a:lvl5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5pPr>
            <a:lvl6pPr marL="457200" algn="l" rtl="0" fontAlgn="base">
              <a:lnSpc>
                <a:spcPct val="90000"/>
              </a:lnSpc>
              <a:spcBef>
                <a:spcPct val="0"/>
              </a:spcBef>
              <a:spcAft>
                <a:spcPct val="0"/>
              </a:spcAft>
              <a:defRPr sz="4400">
                <a:solidFill>
                  <a:schemeClr val="tx1"/>
                </a:solidFill>
                <a:latin typeface="Calibri Light" panose="020F0302020204030204" pitchFamily="34" charset="0"/>
              </a:defRPr>
            </a:lvl6pPr>
            <a:lvl7pPr marL="914400" algn="l" rtl="0" fontAlgn="base">
              <a:lnSpc>
                <a:spcPct val="90000"/>
              </a:lnSpc>
              <a:spcBef>
                <a:spcPct val="0"/>
              </a:spcBef>
              <a:spcAft>
                <a:spcPct val="0"/>
              </a:spcAft>
              <a:defRPr sz="4400">
                <a:solidFill>
                  <a:schemeClr val="tx1"/>
                </a:solidFill>
                <a:latin typeface="Calibri Light" panose="020F0302020204030204" pitchFamily="34" charset="0"/>
              </a:defRPr>
            </a:lvl7pPr>
            <a:lvl8pPr marL="1371600" algn="l" rtl="0" fontAlgn="base">
              <a:lnSpc>
                <a:spcPct val="90000"/>
              </a:lnSpc>
              <a:spcBef>
                <a:spcPct val="0"/>
              </a:spcBef>
              <a:spcAft>
                <a:spcPct val="0"/>
              </a:spcAft>
              <a:defRPr sz="4400">
                <a:solidFill>
                  <a:schemeClr val="tx1"/>
                </a:solidFill>
                <a:latin typeface="Calibri Light" panose="020F0302020204030204" pitchFamily="34" charset="0"/>
              </a:defRPr>
            </a:lvl8pPr>
            <a:lvl9pPr marL="1828800" algn="l" rtl="0" fontAlgn="base">
              <a:lnSpc>
                <a:spcPct val="90000"/>
              </a:lnSpc>
              <a:spcBef>
                <a:spcPct val="0"/>
              </a:spcBef>
              <a:spcAft>
                <a:spcPct val="0"/>
              </a:spcAft>
              <a:defRPr sz="4400">
                <a:solidFill>
                  <a:schemeClr val="tx1"/>
                </a:solidFill>
                <a:latin typeface="Calibri Light" panose="020F0302020204030204" pitchFamily="34" charset="0"/>
              </a:defRPr>
            </a:lvl9pPr>
          </a:lstStyle>
          <a:p>
            <a:pPr eaLnBrk="1" fontAlgn="auto" hangingPunct="1">
              <a:spcAft>
                <a:spcPts val="0"/>
              </a:spcAft>
              <a:defRPr/>
            </a:pPr>
            <a:r>
              <a:rPr lang="en-US" sz="3200" b="1" dirty="0">
                <a:solidFill>
                  <a:schemeClr val="bg1"/>
                </a:solidFill>
                <a:latin typeface="Times New Roman" pitchFamily="18" charset="0"/>
                <a:cs typeface="Times New Roman" pitchFamily="18" charset="0"/>
              </a:rPr>
              <a:t>Work – Plan </a:t>
            </a:r>
          </a:p>
        </p:txBody>
      </p:sp>
      <p:pic>
        <p:nvPicPr>
          <p:cNvPr id="12349" name="Picture 2">
            <a:extLst>
              <a:ext uri="{FF2B5EF4-FFF2-40B4-BE49-F238E27FC236}">
                <a16:creationId xmlns:a16="http://schemas.microsoft.com/office/drawing/2014/main" id="{A84D05A2-DC48-7048-B597-CB26D90141C2}"/>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2700" y="-52388"/>
            <a:ext cx="1638300" cy="13843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350" name="Picture 4">
            <a:extLst>
              <a:ext uri="{FF2B5EF4-FFF2-40B4-BE49-F238E27FC236}">
                <a16:creationId xmlns:a16="http://schemas.microsoft.com/office/drawing/2014/main" id="{9B4D145B-5551-ECE5-A2C6-9EC0E228B0C7}"/>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0479088" y="-234950"/>
            <a:ext cx="1662112" cy="1384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351" name="Picture 4">
            <a:extLst>
              <a:ext uri="{FF2B5EF4-FFF2-40B4-BE49-F238E27FC236}">
                <a16:creationId xmlns:a16="http://schemas.microsoft.com/office/drawing/2014/main" id="{BD15907E-4A41-DA7D-CFE1-D047C70A5C0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6142038"/>
            <a:ext cx="12192000" cy="7159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7">
            <a:extLst>
              <a:ext uri="{FF2B5EF4-FFF2-40B4-BE49-F238E27FC236}">
                <a16:creationId xmlns:a16="http://schemas.microsoft.com/office/drawing/2014/main" id="{AFCEF230-3085-58B0-1F4E-7C45136740E7}"/>
              </a:ext>
            </a:extLst>
          </p:cNvPr>
          <p:cNvSpPr>
            <a:spLocks noChangeArrowheads="1"/>
          </p:cNvSpPr>
          <p:nvPr/>
        </p:nvSpPr>
        <p:spPr bwMode="auto">
          <a:xfrm>
            <a:off x="0" y="0"/>
            <a:ext cx="12192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endParaRPr lang="en-IN" altLang="en-US" sz="1800"/>
          </a:p>
        </p:txBody>
      </p:sp>
      <p:sp>
        <p:nvSpPr>
          <p:cNvPr id="11267" name="Title 1">
            <a:extLst>
              <a:ext uri="{FF2B5EF4-FFF2-40B4-BE49-F238E27FC236}">
                <a16:creationId xmlns:a16="http://schemas.microsoft.com/office/drawing/2014/main" id="{1FF02D81-4E11-6740-9A07-8EB97E31342D}"/>
              </a:ext>
            </a:extLst>
          </p:cNvPr>
          <p:cNvSpPr txBox="1">
            <a:spLocks/>
          </p:cNvSpPr>
          <p:nvPr/>
        </p:nvSpPr>
        <p:spPr bwMode="auto">
          <a:xfrm>
            <a:off x="1941513" y="750316"/>
            <a:ext cx="8667750" cy="53599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no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marL="342900" indent="-342900" algn="l">
              <a:lnSpc>
                <a:spcPct val="130000"/>
              </a:lnSpc>
              <a:buFont typeface="+mj-lt"/>
              <a:buAutoNum type="arabicPeriod"/>
            </a:pPr>
            <a:r>
              <a:rPr lang="en-US" sz="1900" dirty="0">
                <a:latin typeface="Times New Roman" panose="02020603050405020304" pitchFamily="18" charset="0"/>
                <a:cs typeface="Times New Roman" panose="02020603050405020304" pitchFamily="18" charset="0"/>
              </a:rPr>
              <a:t>Overall Project Completion: ~</a:t>
            </a:r>
            <a:r>
              <a:rPr lang="en-US" sz="1900" b="1" dirty="0">
                <a:latin typeface="Times New Roman" panose="02020603050405020304" pitchFamily="18" charset="0"/>
                <a:cs typeface="Times New Roman" panose="02020603050405020304" pitchFamily="18" charset="0"/>
              </a:rPr>
              <a:t>90</a:t>
            </a:r>
            <a:r>
              <a:rPr lang="en-US" sz="1900" dirty="0">
                <a:latin typeface="Times New Roman" panose="02020603050405020304" pitchFamily="18" charset="0"/>
                <a:cs typeface="Times New Roman" panose="02020603050405020304" pitchFamily="18" charset="0"/>
              </a:rPr>
              <a:t>%</a:t>
            </a:r>
          </a:p>
          <a:p>
            <a:pPr marL="342900" indent="-342900" algn="l">
              <a:lnSpc>
                <a:spcPct val="130000"/>
              </a:lnSpc>
              <a:buFont typeface="+mj-lt"/>
              <a:buAutoNum type="arabicPeriod"/>
            </a:pPr>
            <a:r>
              <a:rPr lang="en-US" sz="1900" dirty="0">
                <a:latin typeface="Times New Roman" panose="02020603050405020304" pitchFamily="18" charset="0"/>
                <a:cs typeface="Times New Roman" panose="02020603050405020304" pitchFamily="18" charset="0"/>
              </a:rPr>
              <a:t>Scope &amp; Dataset Preparation – Completed for 5 aircraft subsystems. </a:t>
            </a:r>
          </a:p>
          <a:p>
            <a:pPr marL="342900" indent="-342900" algn="l">
              <a:lnSpc>
                <a:spcPct val="130000"/>
              </a:lnSpc>
              <a:buFont typeface="+mj-lt"/>
              <a:buAutoNum type="arabicPeriod"/>
            </a:pPr>
            <a:r>
              <a:rPr lang="en-US" sz="1900" dirty="0">
                <a:latin typeface="Times New Roman" panose="02020603050405020304" pitchFamily="18" charset="0"/>
                <a:cs typeface="Times New Roman" panose="02020603050405020304" pitchFamily="18" charset="0"/>
              </a:rPr>
              <a:t>Data Preprocessing – Completed for all selected datasets. </a:t>
            </a:r>
          </a:p>
          <a:p>
            <a:pPr marL="342900" indent="-342900" algn="l">
              <a:lnSpc>
                <a:spcPct val="130000"/>
              </a:lnSpc>
              <a:buFont typeface="+mj-lt"/>
              <a:buAutoNum type="arabicPeriod"/>
            </a:pPr>
            <a:r>
              <a:rPr lang="en-US" sz="1900" dirty="0">
                <a:latin typeface="Times New Roman" panose="02020603050405020304" pitchFamily="18" charset="0"/>
                <a:cs typeface="Times New Roman" panose="02020603050405020304" pitchFamily="18" charset="0"/>
              </a:rPr>
              <a:t>Feature Engineering – Completed for relevant sensor and operational parameters. </a:t>
            </a:r>
          </a:p>
          <a:p>
            <a:pPr marL="342900" indent="-342900" algn="l">
              <a:lnSpc>
                <a:spcPct val="130000"/>
              </a:lnSpc>
              <a:buFont typeface="+mj-lt"/>
              <a:buAutoNum type="arabicPeriod"/>
            </a:pPr>
            <a:r>
              <a:rPr lang="en-US" sz="1900" dirty="0">
                <a:latin typeface="Times New Roman" panose="02020603050405020304" pitchFamily="18" charset="0"/>
                <a:cs typeface="Times New Roman" panose="02020603050405020304" pitchFamily="18" charset="0"/>
              </a:rPr>
              <a:t>ML Model Development – Models developed for all 5 subsystems. </a:t>
            </a:r>
          </a:p>
          <a:p>
            <a:pPr marL="342900" indent="-342900" algn="l">
              <a:lnSpc>
                <a:spcPct val="130000"/>
              </a:lnSpc>
              <a:buFont typeface="+mj-lt"/>
              <a:buAutoNum type="arabicPeriod"/>
            </a:pPr>
            <a:r>
              <a:rPr lang="en-US" sz="1900" dirty="0">
                <a:latin typeface="Times New Roman" panose="02020603050405020304" pitchFamily="18" charset="0"/>
                <a:cs typeface="Times New Roman" panose="02020603050405020304" pitchFamily="18" charset="0"/>
              </a:rPr>
              <a:t>Model Evaluation – Performance evaluation and comparison completed. </a:t>
            </a:r>
          </a:p>
          <a:p>
            <a:pPr marL="342900" indent="-342900" algn="l">
              <a:lnSpc>
                <a:spcPct val="130000"/>
              </a:lnSpc>
              <a:buFont typeface="+mj-lt"/>
              <a:buAutoNum type="arabicPeriod"/>
            </a:pPr>
            <a:r>
              <a:rPr lang="en-US" sz="1900" dirty="0">
                <a:latin typeface="Times New Roman" panose="02020603050405020304" pitchFamily="18" charset="0"/>
                <a:cs typeface="Times New Roman" panose="02020603050405020304" pitchFamily="18" charset="0"/>
              </a:rPr>
              <a:t>Backend Integration – </a:t>
            </a:r>
            <a:r>
              <a:rPr lang="en-US" sz="1900" dirty="0" err="1">
                <a:latin typeface="Times New Roman" panose="02020603050405020304" pitchFamily="18" charset="0"/>
                <a:cs typeface="Times New Roman" panose="02020603050405020304" pitchFamily="18" charset="0"/>
              </a:rPr>
              <a:t>FastAPI</a:t>
            </a:r>
            <a:r>
              <a:rPr lang="en-US" sz="1900" dirty="0">
                <a:latin typeface="Times New Roman" panose="02020603050405020304" pitchFamily="18" charset="0"/>
                <a:cs typeface="Times New Roman" panose="02020603050405020304" pitchFamily="18" charset="0"/>
              </a:rPr>
              <a:t> prediction workflows integrated. </a:t>
            </a:r>
          </a:p>
          <a:p>
            <a:pPr marL="342900" indent="-342900" algn="l">
              <a:lnSpc>
                <a:spcPct val="130000"/>
              </a:lnSpc>
              <a:buFont typeface="+mj-lt"/>
              <a:buAutoNum type="arabicPeriod"/>
            </a:pPr>
            <a:r>
              <a:rPr lang="en-US" sz="1900" dirty="0">
                <a:latin typeface="Times New Roman" panose="02020603050405020304" pitchFamily="18" charset="0"/>
                <a:cs typeface="Times New Roman" panose="02020603050405020304" pitchFamily="18" charset="0"/>
              </a:rPr>
              <a:t>Frontend Integration – React dashboard connected with backend. </a:t>
            </a:r>
          </a:p>
          <a:p>
            <a:pPr marL="342900" indent="-342900" algn="l">
              <a:lnSpc>
                <a:spcPct val="130000"/>
              </a:lnSpc>
              <a:buFont typeface="+mj-lt"/>
              <a:buAutoNum type="arabicPeriod"/>
            </a:pPr>
            <a:r>
              <a:rPr lang="en-US" sz="1900" dirty="0">
                <a:latin typeface="Times New Roman" panose="02020603050405020304" pitchFamily="18" charset="0"/>
                <a:cs typeface="Times New Roman" panose="02020603050405020304" pitchFamily="18" charset="0"/>
              </a:rPr>
              <a:t>Testing &amp; Validation – System testing and reproducibility checks completed. </a:t>
            </a:r>
          </a:p>
          <a:p>
            <a:pPr marL="342900" indent="-342900" algn="l">
              <a:lnSpc>
                <a:spcPct val="130000"/>
              </a:lnSpc>
              <a:buFont typeface="+mj-lt"/>
              <a:buAutoNum type="arabicPeriod"/>
            </a:pPr>
            <a:r>
              <a:rPr lang="en-US" sz="1900" dirty="0">
                <a:latin typeface="Times New Roman" panose="02020603050405020304" pitchFamily="18" charset="0"/>
                <a:cs typeface="Times New Roman" panose="02020603050405020304" pitchFamily="18" charset="0"/>
              </a:rPr>
              <a:t>Final Phase – Explainability, independent validation, final testing, documentation, and presentation preparation.</a:t>
            </a:r>
          </a:p>
        </p:txBody>
      </p:sp>
      <p:sp>
        <p:nvSpPr>
          <p:cNvPr id="13" name="Title 1">
            <a:extLst>
              <a:ext uri="{FF2B5EF4-FFF2-40B4-BE49-F238E27FC236}">
                <a16:creationId xmlns:a16="http://schemas.microsoft.com/office/drawing/2014/main" id="{F4287D39-66A2-F279-6A86-753D2EB5108A}"/>
              </a:ext>
            </a:extLst>
          </p:cNvPr>
          <p:cNvSpPr txBox="1">
            <a:spLocks/>
          </p:cNvSpPr>
          <p:nvPr/>
        </p:nvSpPr>
        <p:spPr bwMode="auto">
          <a:xfrm>
            <a:off x="1941513" y="0"/>
            <a:ext cx="7773987" cy="639763"/>
          </a:xfrm>
          <a:prstGeom prst="rect">
            <a:avLst/>
          </a:prstGeom>
          <a:solidFill>
            <a:srgbClr val="7030A0"/>
          </a:solidFill>
          <a:ln>
            <a:solidFill>
              <a:schemeClr val="tx1"/>
            </a:solidFill>
          </a:ln>
        </p:spPr>
        <p:txBody>
          <a:bodyPr anchor="ctr">
            <a:normAutofit fontScale="97500"/>
          </a:bodyPr>
          <a:lstStyle>
            <a:lvl1pPr algn="ctr" rtl="0" eaLnBrk="0" fontAlgn="base" hangingPunct="0">
              <a:lnSpc>
                <a:spcPct val="90000"/>
              </a:lnSpc>
              <a:spcBef>
                <a:spcPct val="0"/>
              </a:spcBef>
              <a:spcAft>
                <a:spcPct val="0"/>
              </a:spcAft>
              <a:defRPr sz="6000" kern="1200">
                <a:solidFill>
                  <a:schemeClr val="tx1"/>
                </a:solidFill>
                <a:latin typeface="+mj-lt"/>
                <a:ea typeface="+mj-ea"/>
                <a:cs typeface="+mj-cs"/>
              </a:defRPr>
            </a:lvl1pPr>
            <a:lvl2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2pPr>
            <a:lvl3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3pPr>
            <a:lvl4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4pPr>
            <a:lvl5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5pPr>
            <a:lvl6pPr marL="457200" algn="l" rtl="0" fontAlgn="base">
              <a:lnSpc>
                <a:spcPct val="90000"/>
              </a:lnSpc>
              <a:spcBef>
                <a:spcPct val="0"/>
              </a:spcBef>
              <a:spcAft>
                <a:spcPct val="0"/>
              </a:spcAft>
              <a:defRPr sz="4400">
                <a:solidFill>
                  <a:schemeClr val="tx1"/>
                </a:solidFill>
                <a:latin typeface="Calibri Light" panose="020F0302020204030204" pitchFamily="34" charset="0"/>
              </a:defRPr>
            </a:lvl6pPr>
            <a:lvl7pPr marL="914400" algn="l" rtl="0" fontAlgn="base">
              <a:lnSpc>
                <a:spcPct val="90000"/>
              </a:lnSpc>
              <a:spcBef>
                <a:spcPct val="0"/>
              </a:spcBef>
              <a:spcAft>
                <a:spcPct val="0"/>
              </a:spcAft>
              <a:defRPr sz="4400">
                <a:solidFill>
                  <a:schemeClr val="tx1"/>
                </a:solidFill>
                <a:latin typeface="Calibri Light" panose="020F0302020204030204" pitchFamily="34" charset="0"/>
              </a:defRPr>
            </a:lvl7pPr>
            <a:lvl8pPr marL="1371600" algn="l" rtl="0" fontAlgn="base">
              <a:lnSpc>
                <a:spcPct val="90000"/>
              </a:lnSpc>
              <a:spcBef>
                <a:spcPct val="0"/>
              </a:spcBef>
              <a:spcAft>
                <a:spcPct val="0"/>
              </a:spcAft>
              <a:defRPr sz="4400">
                <a:solidFill>
                  <a:schemeClr val="tx1"/>
                </a:solidFill>
                <a:latin typeface="Calibri Light" panose="020F0302020204030204" pitchFamily="34" charset="0"/>
              </a:defRPr>
            </a:lvl8pPr>
            <a:lvl9pPr marL="1828800" algn="l" rtl="0" fontAlgn="base">
              <a:lnSpc>
                <a:spcPct val="90000"/>
              </a:lnSpc>
              <a:spcBef>
                <a:spcPct val="0"/>
              </a:spcBef>
              <a:spcAft>
                <a:spcPct val="0"/>
              </a:spcAft>
              <a:defRPr sz="4400">
                <a:solidFill>
                  <a:schemeClr val="tx1"/>
                </a:solidFill>
                <a:latin typeface="Calibri Light" panose="020F0302020204030204" pitchFamily="34" charset="0"/>
              </a:defRPr>
            </a:lvl9pPr>
          </a:lstStyle>
          <a:p>
            <a:pPr eaLnBrk="1" fontAlgn="auto" hangingPunct="1">
              <a:spcAft>
                <a:spcPts val="0"/>
              </a:spcAft>
              <a:defRPr/>
            </a:pPr>
            <a:r>
              <a:rPr lang="en-US" sz="3200" b="1" dirty="0">
                <a:solidFill>
                  <a:schemeClr val="bg1"/>
                </a:solidFill>
                <a:latin typeface="Times New Roman" pitchFamily="18" charset="0"/>
                <a:cs typeface="Times New Roman" pitchFamily="18" charset="0"/>
              </a:rPr>
              <a:t>Project Progress Update</a:t>
            </a:r>
          </a:p>
        </p:txBody>
      </p:sp>
      <p:pic>
        <p:nvPicPr>
          <p:cNvPr id="11269" name="Picture 2">
            <a:extLst>
              <a:ext uri="{FF2B5EF4-FFF2-40B4-BE49-F238E27FC236}">
                <a16:creationId xmlns:a16="http://schemas.microsoft.com/office/drawing/2014/main" id="{89B0D702-625C-3E8D-2C89-B2B9B3FCD77E}"/>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214313" y="-65088"/>
            <a:ext cx="1638300" cy="13843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270" name="Picture 4">
            <a:extLst>
              <a:ext uri="{FF2B5EF4-FFF2-40B4-BE49-F238E27FC236}">
                <a16:creationId xmlns:a16="http://schemas.microsoft.com/office/drawing/2014/main" id="{791CC8BC-FCF8-F921-A0EC-90D801C44E21}"/>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0529888" y="-96838"/>
            <a:ext cx="1662112" cy="13843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271" name="Picture 4">
            <a:extLst>
              <a:ext uri="{FF2B5EF4-FFF2-40B4-BE49-F238E27FC236}">
                <a16:creationId xmlns:a16="http://schemas.microsoft.com/office/drawing/2014/main" id="{8EA1021D-A73B-BAC1-78DA-9E7BA6438FF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6142038"/>
            <a:ext cx="12192000" cy="7159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7">
            <a:extLst>
              <a:ext uri="{FF2B5EF4-FFF2-40B4-BE49-F238E27FC236}">
                <a16:creationId xmlns:a16="http://schemas.microsoft.com/office/drawing/2014/main" id="{D3108C91-27A0-62FF-F658-279443738678}"/>
              </a:ext>
            </a:extLst>
          </p:cNvPr>
          <p:cNvSpPr>
            <a:spLocks noChangeArrowheads="1"/>
          </p:cNvSpPr>
          <p:nvPr/>
        </p:nvSpPr>
        <p:spPr bwMode="auto">
          <a:xfrm>
            <a:off x="0" y="0"/>
            <a:ext cx="12192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endParaRPr lang="en-IN" altLang="en-US" sz="1800"/>
          </a:p>
        </p:txBody>
      </p:sp>
      <p:sp>
        <p:nvSpPr>
          <p:cNvPr id="13315" name="Title 1">
            <a:extLst>
              <a:ext uri="{FF2B5EF4-FFF2-40B4-BE49-F238E27FC236}">
                <a16:creationId xmlns:a16="http://schemas.microsoft.com/office/drawing/2014/main" id="{AE9CBB8D-36FA-63D5-06FC-97BC3459C5FE}"/>
              </a:ext>
            </a:extLst>
          </p:cNvPr>
          <p:cNvSpPr txBox="1">
            <a:spLocks/>
          </p:cNvSpPr>
          <p:nvPr/>
        </p:nvSpPr>
        <p:spPr bwMode="auto">
          <a:xfrm>
            <a:off x="2251075" y="1069975"/>
            <a:ext cx="7239000" cy="908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spcBef>
                <a:spcPct val="0"/>
              </a:spcBef>
              <a:buFontTx/>
              <a:buNone/>
            </a:pPr>
            <a:endParaRPr lang="en-US" altLang="en-US" sz="3900">
              <a:solidFill>
                <a:srgbClr val="525252"/>
              </a:solidFill>
              <a:latin typeface="Times New Roman" panose="02020603050405020304" pitchFamily="18" charset="0"/>
              <a:cs typeface="Times New Roman" panose="02020603050405020304" pitchFamily="18" charset="0"/>
            </a:endParaRPr>
          </a:p>
        </p:txBody>
      </p:sp>
      <p:sp>
        <p:nvSpPr>
          <p:cNvPr id="9" name="Rectangle 8">
            <a:extLst>
              <a:ext uri="{FF2B5EF4-FFF2-40B4-BE49-F238E27FC236}">
                <a16:creationId xmlns:a16="http://schemas.microsoft.com/office/drawing/2014/main" id="{49714237-E18C-C498-A435-DC5A82FB7B43}"/>
              </a:ext>
            </a:extLst>
          </p:cNvPr>
          <p:cNvSpPr/>
          <p:nvPr/>
        </p:nvSpPr>
        <p:spPr>
          <a:xfrm>
            <a:off x="1766888" y="1978025"/>
            <a:ext cx="8207375" cy="1862138"/>
          </a:xfrm>
          <a:prstGeom prst="rect">
            <a:avLst/>
          </a:prstGeom>
        </p:spPr>
        <p:txBody>
          <a:bodyPr>
            <a:spAutoFit/>
          </a:bodyPr>
          <a:lstStyle/>
          <a:p>
            <a:pPr algn="ctr" fontAlgn="auto">
              <a:spcBef>
                <a:spcPts val="0"/>
              </a:spcBef>
              <a:spcAft>
                <a:spcPts val="0"/>
              </a:spcAft>
              <a:defRPr/>
            </a:pPr>
            <a:r>
              <a:rPr lang="en-US" sz="11500" b="1" i="1" dirty="0">
                <a:ln w="3175"/>
                <a:solidFill>
                  <a:srgbClr val="0070C0"/>
                </a:solidFill>
                <a:effectLst>
                  <a:outerShdw blurRad="50800" dist="39000" dir="5460000" algn="tl">
                    <a:srgbClr val="000000">
                      <a:alpha val="38000"/>
                    </a:srgbClr>
                  </a:outerShdw>
                </a:effectLst>
                <a:latin typeface="Bodoni MT" pitchFamily="18" charset="0"/>
                <a:cs typeface="+mn-cs"/>
              </a:rPr>
              <a:t>Thank you !</a:t>
            </a:r>
            <a:endParaRPr lang="en-IN" sz="11500" b="1" i="1" dirty="0">
              <a:ln w="3175"/>
              <a:solidFill>
                <a:srgbClr val="0070C0"/>
              </a:solidFill>
              <a:effectLst>
                <a:outerShdw blurRad="50800" dist="39000" dir="5460000" algn="tl">
                  <a:srgbClr val="000000">
                    <a:alpha val="38000"/>
                  </a:srgbClr>
                </a:outerShdw>
              </a:effectLst>
              <a:latin typeface="Bodoni MT" pitchFamily="18" charset="0"/>
              <a:cs typeface="+mn-cs"/>
            </a:endParaRPr>
          </a:p>
        </p:txBody>
      </p:sp>
      <p:pic>
        <p:nvPicPr>
          <p:cNvPr id="13317" name="Picture 2">
            <a:extLst>
              <a:ext uri="{FF2B5EF4-FFF2-40B4-BE49-F238E27FC236}">
                <a16:creationId xmlns:a16="http://schemas.microsoft.com/office/drawing/2014/main" id="{1A7BF67F-778C-683D-5393-CFD52859788A}"/>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84138" y="30163"/>
            <a:ext cx="1638300" cy="1384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3318" name="Picture 4">
            <a:extLst>
              <a:ext uri="{FF2B5EF4-FFF2-40B4-BE49-F238E27FC236}">
                <a16:creationId xmlns:a16="http://schemas.microsoft.com/office/drawing/2014/main" id="{F9731DD9-DEC0-4413-4279-2028CA0044B5}"/>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0529888" y="-103188"/>
            <a:ext cx="1662112" cy="13843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3319" name="Picture 4">
            <a:extLst>
              <a:ext uri="{FF2B5EF4-FFF2-40B4-BE49-F238E27FC236}">
                <a16:creationId xmlns:a16="http://schemas.microsoft.com/office/drawing/2014/main" id="{34DB374C-89AE-57A5-4673-14EE720049E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6142038"/>
            <a:ext cx="12192000" cy="7159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themeOverride>
</file>

<file path=docProps/app.xml><?xml version="1.0" encoding="utf-8"?>
<Properties xmlns="http://schemas.openxmlformats.org/officeDocument/2006/extended-properties" xmlns:vt="http://schemas.openxmlformats.org/officeDocument/2006/docPropsVTypes">
  <Template/>
  <TotalTime>2951</TotalTime>
  <Words>1192</Words>
  <Application>Microsoft Office PowerPoint</Application>
  <PresentationFormat>Widescreen</PresentationFormat>
  <Paragraphs>129</Paragraphs>
  <Slides>15</Slides>
  <Notes>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15</vt:i4>
      </vt:variant>
    </vt:vector>
  </HeadingPairs>
  <TitlesOfParts>
    <vt:vector size="24" baseType="lpstr">
      <vt:lpstr>Arial</vt:lpstr>
      <vt:lpstr>Arial Black</vt:lpstr>
      <vt:lpstr>Bodoni MT</vt:lpstr>
      <vt:lpstr>Calibri</vt:lpstr>
      <vt:lpstr>Calibri Light</vt:lpstr>
      <vt:lpstr>Castellar</vt:lpstr>
      <vt:lpstr>Times New Roman</vt:lpstr>
      <vt:lpstr>Wingdings 2</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user1</dc:creator>
  <cp:lastModifiedBy/>
  <cp:revision>115</cp:revision>
  <cp:lastPrinted>2018-01-20T12:20:28Z</cp:lastPrinted>
  <dcterms:created xsi:type="dcterms:W3CDTF">2018-01-20T09:03:31Z</dcterms:created>
  <dcterms:modified xsi:type="dcterms:W3CDTF">2026-09-26T02:47:53Z</dcterms:modified>
</cp:coreProperties>
</file>